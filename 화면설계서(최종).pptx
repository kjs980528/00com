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78" r:id="rId3"/>
    <p:sldId id="277" r:id="rId4"/>
    <p:sldId id="256" r:id="rId5"/>
    <p:sldId id="284" r:id="rId6"/>
    <p:sldId id="279" r:id="rId7"/>
    <p:sldId id="281" r:id="rId8"/>
    <p:sldId id="280" r:id="rId9"/>
    <p:sldId id="282" r:id="rId10"/>
    <p:sldId id="283" r:id="rId11"/>
    <p:sldId id="257" r:id="rId12"/>
    <p:sldId id="258" r:id="rId13"/>
    <p:sldId id="259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70" r:id="rId23"/>
    <p:sldId id="272" r:id="rId24"/>
    <p:sldId id="271" r:id="rId25"/>
    <p:sldId id="273" r:id="rId26"/>
    <p:sldId id="274" r:id="rId27"/>
    <p:sldId id="275" r:id="rId28"/>
    <p:sldId id="276" r:id="rId29"/>
    <p:sldId id="285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6FB2025E-B96C-4320-BCB6-995E48A18154}" name="기본 구역">
          <p14:sldIdLst>
            <p14:sldId id="278"/>
            <p14:sldId id="277"/>
            <p14:sldId id="256"/>
            <p14:sldId id="284"/>
            <p14:sldId id="279"/>
            <p14:sldId id="281"/>
            <p14:sldId id="280"/>
            <p14:sldId id="282"/>
            <p14:sldId id="283"/>
            <p14:sldId id="257"/>
            <p14:sldId id="258"/>
          </p14:sldIdLst>
        </p14:section>
        <p14:section id="{F80E2E27-E81D-458B-A5B6-0A36EB592F6F}" name="제목 없는 구역">
          <p14:sldIdLst>
            <p14:sldId id="259"/>
            <p14:sldId id="261"/>
            <p14:sldId id="262"/>
            <p14:sldId id="263"/>
          </p14:sldIdLst>
        </p14:section>
        <p14:section id="{E0A2EC55-6289-472E-BD3D-18A63F6E94B1}" name="제목 없는 구역">
          <p14:sldIdLst>
            <p14:sldId id="264"/>
            <p14:sldId id="265"/>
            <p14:sldId id="266"/>
            <p14:sldId id="267"/>
            <p14:sldId id="268"/>
            <p14:sldId id="270"/>
            <p14:sldId id="272"/>
            <p14:sldId id="271"/>
            <p14:sldId id="273"/>
            <p14:sldId id="274"/>
            <p14:sldId id="275"/>
            <p14:sldId id="276"/>
            <p14:sldId id="285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4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presProps" Target="presProps.xml"  /><Relationship Id="rId32" Type="http://schemas.openxmlformats.org/officeDocument/2006/relationships/viewProps" Target="viewProps.xml"  /><Relationship Id="rId33" Type="http://schemas.openxmlformats.org/officeDocument/2006/relationships/theme" Target="theme/theme1.xml"  /><Relationship Id="rId34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762" y="685800"/>
            <a:ext cx="6094476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7831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69574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523619" y="3158419"/>
            <a:ext cx="9141714" cy="15980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000"/>
              <a:t>PC</a:t>
            </a:r>
            <a:r>
              <a:rPr lang="ko-KR" altLang="en-US" sz="2000"/>
              <a:t> 부품 판매 사이트</a:t>
            </a:r>
            <a:endParaRPr lang="ko-KR" altLang="en-US" sz="2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3618" y="1767161"/>
            <a:ext cx="9141714" cy="950870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sz="6000" b="1">
                <a:solidFill>
                  <a:srgbClr val="000000"/>
                </a:solidFill>
              </a:rPr>
              <a:t>00COM</a:t>
            </a:r>
            <a:endParaRPr lang="en-US" altLang="ko-KR" sz="6000" b="1" i="0">
              <a:solidFill>
                <a:srgbClr val="000000"/>
              </a:solidFill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7626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5340435" y="473640"/>
            <a:ext cx="1508082" cy="359340"/>
          </a:xfrm>
          <a:prstGeom prst="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메인화면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5114444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"/>
          <p:cNvSpPr/>
          <p:nvPr/>
        </p:nvSpPr>
        <p:spPr>
          <a:xfrm>
            <a:off x="6525972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"/>
          <p:cNvSpPr/>
          <p:nvPr/>
        </p:nvSpPr>
        <p:spPr>
          <a:xfrm>
            <a:off x="7924450" y="1513298"/>
            <a:ext cx="1162311" cy="359340"/>
          </a:xfrm>
          <a:prstGeom prst="rect">
            <a:avLst/>
          </a:prstGeom>
          <a:solidFill>
            <a:srgbClr val="cdf2e4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장바구니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"/>
          <p:cNvSpPr/>
          <p:nvPr/>
        </p:nvSpPr>
        <p:spPr>
          <a:xfrm>
            <a:off x="9296834" y="1513298"/>
            <a:ext cx="1423139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"/>
          <p:cNvSpPr/>
          <p:nvPr/>
        </p:nvSpPr>
        <p:spPr>
          <a:xfrm>
            <a:off x="10892858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"/>
          <p:cNvSpPr/>
          <p:nvPr/>
        </p:nvSpPr>
        <p:spPr>
          <a:xfrm>
            <a:off x="1698231" y="1513298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카테고리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"/>
          <p:cNvSpPr/>
          <p:nvPr/>
        </p:nvSpPr>
        <p:spPr>
          <a:xfrm>
            <a:off x="1698231" y="2616374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상품종류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"/>
          <p:cNvSpPr/>
          <p:nvPr/>
        </p:nvSpPr>
        <p:spPr>
          <a:xfrm>
            <a:off x="1567817" y="4041612"/>
            <a:ext cx="1423139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"/>
          <p:cNvSpPr/>
          <p:nvPr/>
        </p:nvSpPr>
        <p:spPr>
          <a:xfrm>
            <a:off x="5114444" y="5421414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8" name=""/>
          <p:cNvCxnSpPr>
            <a:stCxn id="2" idx="2"/>
            <a:endCxn id="12" idx="0"/>
          </p:cNvCxnSpPr>
          <p:nvPr/>
        </p:nvCxnSpPr>
        <p:spPr>
          <a:xfrm rot="5400000">
            <a:off x="3846779" y="-734401"/>
            <a:ext cx="680308" cy="381509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"/>
          <p:cNvCxnSpPr>
            <a:stCxn id="2" idx="2"/>
            <a:endCxn id="11" idx="0"/>
          </p:cNvCxnSpPr>
          <p:nvPr/>
        </p:nvCxnSpPr>
        <p:spPr>
          <a:xfrm rot="5400000" flipV="1">
            <a:off x="8444103" y="-1516612"/>
            <a:ext cx="680318" cy="5379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"/>
          <p:cNvCxnSpPr>
            <a:stCxn id="2" idx="2"/>
            <a:endCxn id="6" idx="0"/>
          </p:cNvCxnSpPr>
          <p:nvPr/>
        </p:nvCxnSpPr>
        <p:spPr>
          <a:xfrm rot="5400000">
            <a:off x="5554884" y="973696"/>
            <a:ext cx="680317" cy="39888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"/>
          <p:cNvCxnSpPr>
            <a:stCxn id="2" idx="2"/>
            <a:endCxn id="10" idx="0"/>
          </p:cNvCxnSpPr>
          <p:nvPr/>
        </p:nvCxnSpPr>
        <p:spPr>
          <a:xfrm rot="5400000" flipV="1">
            <a:off x="7711252" y="-783852"/>
            <a:ext cx="680319" cy="391398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"/>
          <p:cNvCxnSpPr>
            <a:stCxn id="2" idx="2"/>
            <a:endCxn id="9" idx="0"/>
          </p:cNvCxnSpPr>
          <p:nvPr/>
        </p:nvCxnSpPr>
        <p:spPr>
          <a:xfrm rot="5400000" flipV="1">
            <a:off x="6959874" y="-32433"/>
            <a:ext cx="680318" cy="241114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"/>
          <p:cNvCxnSpPr>
            <a:stCxn id="2" idx="2"/>
            <a:endCxn id="8" idx="0"/>
          </p:cNvCxnSpPr>
          <p:nvPr/>
        </p:nvCxnSpPr>
        <p:spPr>
          <a:xfrm rot="5400000" flipV="1">
            <a:off x="6260642" y="666813"/>
            <a:ext cx="680318" cy="101265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>
            <a:stCxn id="12" idx="2"/>
            <a:endCxn id="13" idx="0"/>
          </p:cNvCxnSpPr>
          <p:nvPr/>
        </p:nvCxnSpPr>
        <p:spPr>
          <a:xfrm rot="16200000" flipH="1" flipV="1">
            <a:off x="1907519" y="2244506"/>
            <a:ext cx="7437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"/>
          <p:cNvCxnSpPr>
            <a:stCxn id="13" idx="2"/>
            <a:endCxn id="14" idx="0"/>
          </p:cNvCxnSpPr>
          <p:nvPr/>
        </p:nvCxnSpPr>
        <p:spPr>
          <a:xfrm rot="16200000" flipH="1">
            <a:off x="1746438" y="3508664"/>
            <a:ext cx="106589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"/>
          <p:cNvSpPr/>
          <p:nvPr/>
        </p:nvSpPr>
        <p:spPr>
          <a:xfrm>
            <a:off x="3675079" y="2616374"/>
            <a:ext cx="1162311" cy="359340"/>
          </a:xfrm>
          <a:prstGeom prst="rect">
            <a:avLst/>
          </a:prstGeom>
          <a:solidFill>
            <a:srgbClr val="69d8ad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"/>
          <p:cNvSpPr/>
          <p:nvPr/>
        </p:nvSpPr>
        <p:spPr>
          <a:xfrm>
            <a:off x="5114441" y="2616374"/>
            <a:ext cx="1162311" cy="359340"/>
          </a:xfrm>
          <a:prstGeom prst="rect">
            <a:avLst/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29" name=""/>
          <p:cNvCxnSpPr>
            <a:stCxn id="6" idx="2"/>
            <a:endCxn id="28" idx="0"/>
          </p:cNvCxnSpPr>
          <p:nvPr/>
        </p:nvCxnSpPr>
        <p:spPr>
          <a:xfrm rot="16200000" flipH="1" flipV="1">
            <a:off x="5323730" y="2244505"/>
            <a:ext cx="743735" cy="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"/>
          <p:cNvCxnSpPr>
            <a:stCxn id="6" idx="2"/>
            <a:endCxn id="27" idx="0"/>
          </p:cNvCxnSpPr>
          <p:nvPr/>
        </p:nvCxnSpPr>
        <p:spPr>
          <a:xfrm rot="5400000">
            <a:off x="4604049" y="1524824"/>
            <a:ext cx="743735" cy="14393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"/>
          <p:cNvCxnSpPr>
            <a:stCxn id="8" idx="2"/>
            <a:endCxn id="28" idx="3"/>
          </p:cNvCxnSpPr>
          <p:nvPr/>
        </p:nvCxnSpPr>
        <p:spPr>
          <a:xfrm rot="5400000">
            <a:off x="6230237" y="1919154"/>
            <a:ext cx="923405" cy="8303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"/>
          <p:cNvSpPr/>
          <p:nvPr/>
        </p:nvSpPr>
        <p:spPr>
          <a:xfrm>
            <a:off x="7924463" y="2616375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회원정보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39" name=""/>
          <p:cNvCxnSpPr>
            <a:stCxn id="10" idx="1"/>
            <a:endCxn id="9" idx="3"/>
          </p:cNvCxnSpPr>
          <p:nvPr/>
        </p:nvCxnSpPr>
        <p:spPr>
          <a:xfrm rot="10800000">
            <a:off x="9086762" y="1692969"/>
            <a:ext cx="2100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"/>
          <p:cNvSpPr/>
          <p:nvPr/>
        </p:nvSpPr>
        <p:spPr>
          <a:xfrm>
            <a:off x="10765826" y="2616375"/>
            <a:ext cx="1423139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AS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및문의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1" name=""/>
          <p:cNvCxnSpPr>
            <a:stCxn id="11" idx="2"/>
            <a:endCxn id="40" idx="0"/>
          </p:cNvCxnSpPr>
          <p:nvPr/>
        </p:nvCxnSpPr>
        <p:spPr>
          <a:xfrm rot="16200000" flipH="1">
            <a:off x="11103837" y="2242816"/>
            <a:ext cx="743735" cy="3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"/>
          <p:cNvSpPr/>
          <p:nvPr/>
        </p:nvSpPr>
        <p:spPr>
          <a:xfrm>
            <a:off x="9362055" y="2616375"/>
            <a:ext cx="1292725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3" name=""/>
          <p:cNvCxnSpPr>
            <a:stCxn id="10" idx="2"/>
            <a:endCxn id="42" idx="0"/>
          </p:cNvCxnSpPr>
          <p:nvPr/>
        </p:nvCxnSpPr>
        <p:spPr>
          <a:xfrm rot="16200000" flipH="1">
            <a:off x="9636543" y="2244500"/>
            <a:ext cx="743735" cy="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"/>
          <p:cNvCxnSpPr>
            <a:stCxn id="10" idx="2"/>
            <a:endCxn id="38" idx="0"/>
          </p:cNvCxnSpPr>
          <p:nvPr/>
        </p:nvCxnSpPr>
        <p:spPr>
          <a:xfrm rot="5400000">
            <a:off x="8885144" y="1493114"/>
            <a:ext cx="743735" cy="150278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"/>
          <p:cNvCxnSpPr>
            <a:stCxn id="10" idx="2"/>
            <a:endCxn id="40" idx="0"/>
          </p:cNvCxnSpPr>
          <p:nvPr/>
        </p:nvCxnSpPr>
        <p:spPr>
          <a:xfrm rot="5400000" flipV="1">
            <a:off x="10371032" y="1510011"/>
            <a:ext cx="743735" cy="146899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"/>
          <p:cNvSpPr/>
          <p:nvPr/>
        </p:nvSpPr>
        <p:spPr>
          <a:xfrm>
            <a:off x="7924464" y="3682271"/>
            <a:ext cx="1162311" cy="359340"/>
          </a:xfrm>
          <a:prstGeom prst="rect">
            <a:avLst/>
          </a:prstGeom>
          <a:solidFill>
            <a:srgbClr val="f0f8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7" name=""/>
          <p:cNvCxnSpPr>
            <a:stCxn id="38" idx="2"/>
            <a:endCxn id="46" idx="0"/>
          </p:cNvCxnSpPr>
          <p:nvPr/>
        </p:nvCxnSpPr>
        <p:spPr>
          <a:xfrm rot="16200000" flipH="1">
            <a:off x="8152342" y="3328993"/>
            <a:ext cx="70655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"/>
          <p:cNvCxnSpPr>
            <a:stCxn id="27" idx="3"/>
            <a:endCxn id="28" idx="1"/>
          </p:cNvCxnSpPr>
          <p:nvPr/>
        </p:nvCxnSpPr>
        <p:spPr>
          <a:xfrm>
            <a:off x="4837391" y="2796045"/>
            <a:ext cx="27705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"/>
          <p:cNvCxnSpPr>
            <a:stCxn id="27" idx="1"/>
            <a:endCxn id="12" idx="3"/>
          </p:cNvCxnSpPr>
          <p:nvPr/>
        </p:nvCxnSpPr>
        <p:spPr>
          <a:xfrm flipH="1" flipV="1">
            <a:off x="2860542" y="1692968"/>
            <a:ext cx="814535" cy="1103080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"/>
          <p:cNvCxnSpPr>
            <a:stCxn id="27" idx="2"/>
            <a:endCxn id="40" idx="2"/>
          </p:cNvCxnSpPr>
          <p:nvPr/>
        </p:nvCxnSpPr>
        <p:spPr>
          <a:xfrm rot="5400000" flipV="1">
            <a:off x="7866039" y="-634049"/>
            <a:ext cx="1588" cy="7221125"/>
          </a:xfrm>
          <a:prstGeom prst="bentConnector3">
            <a:avLst>
              <a:gd name="adj1" fmla="val 99828288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"/>
          <p:cNvCxnSpPr>
            <a:stCxn id="14" idx="3"/>
            <a:endCxn id="9" idx="1"/>
          </p:cNvCxnSpPr>
          <p:nvPr/>
        </p:nvCxnSpPr>
        <p:spPr>
          <a:xfrm flipV="1">
            <a:off x="2990959" y="1692968"/>
            <a:ext cx="4933491" cy="2528314"/>
          </a:xfrm>
          <a:prstGeom prst="bentConnector3">
            <a:avLst>
              <a:gd name="adj1" fmla="val 9659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"/>
          <p:cNvCxnSpPr>
            <a:stCxn id="14" idx="2"/>
            <a:endCxn id="15" idx="1"/>
          </p:cNvCxnSpPr>
          <p:nvPr/>
        </p:nvCxnSpPr>
        <p:spPr>
          <a:xfrm rot="5400000" flipV="1">
            <a:off x="3096849" y="3583489"/>
            <a:ext cx="1200132" cy="283505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"/>
          <p:cNvCxnSpPr>
            <a:stCxn id="9" idx="2"/>
            <a:endCxn id="15" idx="0"/>
          </p:cNvCxnSpPr>
          <p:nvPr/>
        </p:nvCxnSpPr>
        <p:spPr>
          <a:xfrm rot="5400000">
            <a:off x="5326217" y="2242021"/>
            <a:ext cx="3548776" cy="2810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"/>
          <p:cNvCxnSpPr>
            <a:stCxn id="27" idx="2"/>
            <a:endCxn id="15" idx="0"/>
          </p:cNvCxnSpPr>
          <p:nvPr/>
        </p:nvCxnSpPr>
        <p:spPr>
          <a:xfrm rot="16200000" flipH="1">
            <a:off x="3753067" y="3478881"/>
            <a:ext cx="2445700" cy="143936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78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카테고리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메인보드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그래픽카드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SSD/HDD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케이스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파워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0" y="1097280"/>
            <a:ext cx="896112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800"/>
            </a:pPr>
            <a:r>
              <a:rPr lang="ko-KR" altLang="en-US" sz="3000">
                <a:solidFill>
                  <a:schemeClr val="dk1"/>
                </a:solidFill>
              </a:rPr>
              <a:t>그래픽카드 광고 이미지</a:t>
            </a:r>
            <a:endParaRPr lang="ko-KR" altLang="en-US" sz="3000">
              <a:solidFill>
                <a:schemeClr val="dk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</a:rPr>
              <a:t>대표 : 000  |  대표전화 : 0000-0000  |  사업자번호 : 00000000
주소 : 인천광역시 00구 00동 00 주식회사 00COM  |  FAX : 000-000-0000
개인정보보호 담당자 : 000  |  이메일 : 000@000.com
통신판매신고 : 제 0000호  |  개인정보보호배상책임보험 증권번호 00000-00</a:t>
            </a:r>
          </a:p>
        </p:txBody>
      </p:sp>
      <p:sp>
        <p:nvSpPr>
          <p:cNvPr id="16" name=""/>
          <p:cNvSpPr/>
          <p:nvPr/>
        </p:nvSpPr>
        <p:spPr>
          <a:xfrm>
            <a:off x="1690795" y="285067"/>
            <a:ext cx="4143724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&lt;-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 누를시 메인화면 복귀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왼쪽 메뉴 스크롤을 내려도 고정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7162329" y="640080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Rounded Rectangle 4"/>
          <p:cNvSpPr/>
          <p:nvPr/>
        </p:nvSpPr>
        <p:spPr>
          <a:xfrm>
            <a:off x="10847069" y="640080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"/>
          <p:cNvSpPr/>
          <p:nvPr/>
        </p:nvSpPr>
        <p:spPr>
          <a:xfrm>
            <a:off x="6436071" y="479006"/>
            <a:ext cx="4143724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로그인시 아이디로 바뀜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메인화면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"/>
          <p:cNvSpPr/>
          <p:nvPr/>
        </p:nvSpPr>
        <p:spPr>
          <a:xfrm rot="16202347">
            <a:off x="11600259" y="2980009"/>
            <a:ext cx="827480" cy="34934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ef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4" name=""/>
          <p:cNvSpPr/>
          <p:nvPr/>
        </p:nvSpPr>
        <p:spPr>
          <a:xfrm>
            <a:off x="11861530" y="2800350"/>
            <a:ext cx="327421" cy="7886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000">
                <a:solidFill>
                  <a:schemeClr val="tx1"/>
                </a:solidFill>
              </a:rPr>
              <a:t>조립견적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6" name=""/>
          <p:cNvSpPr/>
          <p:nvPr/>
        </p:nvSpPr>
        <p:spPr>
          <a:xfrm>
            <a:off x="7313121" y="2068830"/>
            <a:ext cx="4143724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누를시 오른쪽에서 슬라이드로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견적 호환성 검사페이지가 나옴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-&gt;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28" name=""/>
          <p:cNvCxnSpPr>
            <a:stCxn id="23" idx="0"/>
          </p:cNvCxnSpPr>
          <p:nvPr/>
        </p:nvCxnSpPr>
        <p:spPr>
          <a:xfrm rot="10800000">
            <a:off x="6196966" y="2740943"/>
            <a:ext cx="5817316" cy="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26795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200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CPU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62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820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748665" cy="2971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0" y="1097280"/>
            <a:ext cx="896112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800"/>
            </a:pPr>
            <a:r>
              <a:rPr lang="ko-KR" altLang="en-US" sz="3000">
                <a:solidFill>
                  <a:schemeClr val="dk1"/>
                </a:solidFill>
              </a:rPr>
              <a:t>그래픽카드 광고 이미지</a:t>
            </a:r>
            <a:endParaRPr lang="ko-KR" altLang="en-US" sz="3000">
              <a:solidFill>
                <a:schemeClr val="dk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9" name=""/>
          <p:cNvSpPr/>
          <p:nvPr/>
        </p:nvSpPr>
        <p:spPr>
          <a:xfrm>
            <a:off x="7162329" y="640080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Rounded Rectangle 4"/>
          <p:cNvSpPr/>
          <p:nvPr/>
        </p:nvSpPr>
        <p:spPr>
          <a:xfrm>
            <a:off x="10847069" y="640080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"/>
          <p:cNvSpPr/>
          <p:nvPr/>
        </p:nvSpPr>
        <p:spPr>
          <a:xfrm>
            <a:off x="7162330" y="483869"/>
            <a:ext cx="5026622" cy="637413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필수항목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cpu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메인보드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램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그래픽카드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SSD/HDD</a:t>
            </a:r>
            <a:endParaRPr lang="en-US" altLang="ko-KR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케이스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파워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기타 주변기기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모니터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키보드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키보드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메인화면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조립견적 슬라이드 예시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Rectangle 5"/>
          <p:cNvSpPr/>
          <p:nvPr/>
        </p:nvSpPr>
        <p:spPr>
          <a:xfrm>
            <a:off x="8918489" y="1097280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Rectangle 5"/>
          <p:cNvSpPr/>
          <p:nvPr/>
        </p:nvSpPr>
        <p:spPr>
          <a:xfrm>
            <a:off x="8918489" y="1611630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Rectangle 5"/>
          <p:cNvSpPr/>
          <p:nvPr/>
        </p:nvSpPr>
        <p:spPr>
          <a:xfrm>
            <a:off x="8918489" y="2116585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8918489" y="2740821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Rectangle 5"/>
          <p:cNvSpPr/>
          <p:nvPr/>
        </p:nvSpPr>
        <p:spPr>
          <a:xfrm>
            <a:off x="8918489" y="3328165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Rectangle 5"/>
          <p:cNvSpPr/>
          <p:nvPr/>
        </p:nvSpPr>
        <p:spPr>
          <a:xfrm>
            <a:off x="8918489" y="3844550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Rectangle 5"/>
          <p:cNvSpPr/>
          <p:nvPr/>
        </p:nvSpPr>
        <p:spPr>
          <a:xfrm>
            <a:off x="8918489" y="4354830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Rectangle 5"/>
          <p:cNvSpPr/>
          <p:nvPr/>
        </p:nvSpPr>
        <p:spPr>
          <a:xfrm>
            <a:off x="8918489" y="5436711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Rectangle 5"/>
          <p:cNvSpPr/>
          <p:nvPr/>
        </p:nvSpPr>
        <p:spPr>
          <a:xfrm>
            <a:off x="8918489" y="6007547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Rectangle 5"/>
          <p:cNvSpPr/>
          <p:nvPr/>
        </p:nvSpPr>
        <p:spPr>
          <a:xfrm>
            <a:off x="8918488" y="6551295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"/>
          <p:cNvSpPr/>
          <p:nvPr/>
        </p:nvSpPr>
        <p:spPr>
          <a:xfrm>
            <a:off x="9883326" y="1676296"/>
            <a:ext cx="2188102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&lt;-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누를 시 좌측에 상품에 맞는 카테고리 창을 띄움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"/>
          <p:cNvSpPr/>
          <p:nvPr/>
        </p:nvSpPr>
        <p:spPr>
          <a:xfrm>
            <a:off x="2135708" y="483869"/>
            <a:ext cx="5026622" cy="637413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cpu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1" name=""/>
          <p:cNvSpPr/>
          <p:nvPr/>
        </p:nvSpPr>
        <p:spPr>
          <a:xfrm>
            <a:off x="6790796" y="483870"/>
            <a:ext cx="349905" cy="34029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x</a:t>
            </a:r>
            <a:endPara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2" name=""/>
          <p:cNvSpPr/>
          <p:nvPr/>
        </p:nvSpPr>
        <p:spPr>
          <a:xfrm>
            <a:off x="2295074" y="1975011"/>
            <a:ext cx="719441" cy="7658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이미지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3" name=""/>
          <p:cNvSpPr/>
          <p:nvPr/>
        </p:nvSpPr>
        <p:spPr>
          <a:xfrm>
            <a:off x="3061064" y="2185987"/>
            <a:ext cx="3915926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54" name=""/>
          <p:cNvCxnSpPr/>
          <p:nvPr/>
        </p:nvCxnSpPr>
        <p:spPr>
          <a:xfrm>
            <a:off x="2135708" y="2841656"/>
            <a:ext cx="5026622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56" name=""/>
          <p:cNvSpPr/>
          <p:nvPr/>
        </p:nvSpPr>
        <p:spPr>
          <a:xfrm>
            <a:off x="2295074" y="1001768"/>
            <a:ext cx="696215" cy="32003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브랜드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57" name=""/>
          <p:cNvSpPr/>
          <p:nvPr/>
        </p:nvSpPr>
        <p:spPr>
          <a:xfrm>
            <a:off x="2925499" y="1001768"/>
            <a:ext cx="1113866" cy="3086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:::AMD:::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8" name=""/>
          <p:cNvSpPr/>
          <p:nvPr/>
        </p:nvSpPr>
        <p:spPr>
          <a:xfrm>
            <a:off x="4163325" y="990339"/>
            <a:ext cx="696215" cy="32003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코어 수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59" name=""/>
          <p:cNvSpPr/>
          <p:nvPr/>
        </p:nvSpPr>
        <p:spPr>
          <a:xfrm>
            <a:off x="4859540" y="990339"/>
            <a:ext cx="1250319" cy="3086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:::8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코어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60" name=""/>
          <p:cNvSpPr/>
          <p:nvPr/>
        </p:nvSpPr>
        <p:spPr>
          <a:xfrm>
            <a:off x="2295074" y="1539292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5979814" y="1539292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"/>
          <p:cNvSpPr/>
          <p:nvPr/>
        </p:nvSpPr>
        <p:spPr>
          <a:xfrm rot="16202347">
            <a:off x="6552009" y="2980009"/>
            <a:ext cx="827480" cy="34934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ef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4" name=""/>
          <p:cNvSpPr/>
          <p:nvPr/>
        </p:nvSpPr>
        <p:spPr>
          <a:xfrm>
            <a:off x="6813280" y="2800350"/>
            <a:ext cx="327421" cy="7886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000">
                <a:solidFill>
                  <a:schemeClr val="tx1"/>
                </a:solidFill>
              </a:rPr>
              <a:t>조립견적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2" name="Rounded Rectangle 4"/>
          <p:cNvSpPr/>
          <p:nvPr/>
        </p:nvSpPr>
        <p:spPr>
          <a:xfrm>
            <a:off x="5665850" y="2466814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선택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"/>
          <p:cNvSpPr/>
          <p:nvPr/>
        </p:nvSpPr>
        <p:spPr>
          <a:xfrm>
            <a:off x="7162330" y="1329560"/>
            <a:ext cx="3915926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7204710" y="2348865"/>
            <a:ext cx="349905" cy="34029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chemeClr val="accent2"/>
                  </a:solidFill>
                </a:ln>
                <a:solidFill>
                  <a:schemeClr val="accent2"/>
                </a:solidFill>
                <a:latin typeface="Calibri"/>
                <a:ea typeface="맑은 고딕"/>
                <a:cs typeface="맑은 고딕"/>
              </a:rPr>
              <a:t>x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chemeClr val="accent2"/>
                  </a:solidFill>
                </a:ln>
                <a:solidFill>
                  <a:schemeClr val="accent2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ln w="9525">
                <a:solidFill>
                  <a:schemeClr val="accent2"/>
                </a:solidFill>
              </a:ln>
              <a:solidFill>
                <a:schemeClr val="accent2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5" name=""/>
          <p:cNvSpPr/>
          <p:nvPr/>
        </p:nvSpPr>
        <p:spPr>
          <a:xfrm>
            <a:off x="9883326" y="2584506"/>
            <a:ext cx="2305626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&lt;-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만약에 호환이 되지 않는 부품 조합시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x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표시가 나옴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6" name=""/>
          <p:cNvSpPr/>
          <p:nvPr/>
        </p:nvSpPr>
        <p:spPr>
          <a:xfrm>
            <a:off x="9883326" y="4320013"/>
            <a:ext cx="2414766" cy="9840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&lt;-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부품의 권장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W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수를 더해서 추천해줌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36538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8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관리자</a:t>
            </a:r>
            <a:r>
              <a:rPr sz="1400" b="0">
                <a:solidFill>
                  <a:srgbClr val="000000"/>
                </a:solidFill>
              </a:rPr>
              <a:t>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CPU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0" y="1097280"/>
            <a:ext cx="896112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800"/>
            </a:pPr>
            <a:r>
              <a:rPr lang="ko-KR" altLang="en-US" sz="3000">
                <a:solidFill>
                  <a:schemeClr val="dk1"/>
                </a:solidFill>
              </a:rPr>
              <a:t>그래픽카드 광고 이미지</a:t>
            </a:r>
            <a:endParaRPr lang="ko-KR" altLang="en-US" sz="3000">
              <a:solidFill>
                <a:schemeClr val="dk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9" name=""/>
          <p:cNvSpPr/>
          <p:nvPr/>
        </p:nvSpPr>
        <p:spPr>
          <a:xfrm>
            <a:off x="7162329" y="640080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Rounded Rectangle 4"/>
          <p:cNvSpPr/>
          <p:nvPr/>
        </p:nvSpPr>
        <p:spPr>
          <a:xfrm>
            <a:off x="10847069" y="640080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메인화면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 rot="16202347">
            <a:off x="11600259" y="2980009"/>
            <a:ext cx="827480" cy="34934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ef99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"/>
          <p:cNvSpPr/>
          <p:nvPr/>
        </p:nvSpPr>
        <p:spPr>
          <a:xfrm>
            <a:off x="11861530" y="2800350"/>
            <a:ext cx="327421" cy="78867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조립견적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32041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관리자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회원관리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>
                <a:solidFill>
                  <a:srgbClr val="000000"/>
                </a:solidFill>
              </a:rPr>
              <a:t>상품관리</a:t>
            </a:r>
            <a:endParaRPr lang="ko-KR" altLang="en-US" sz="140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724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  회원번호			가입날짜					이름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5" name=""/>
          <p:cNvSpPr/>
          <p:nvPr/>
        </p:nvSpPr>
        <p:spPr>
          <a:xfrm>
            <a:off x="2763686" y="19202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03-12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      아무개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56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cxnSp>
        <p:nvCxnSpPr>
          <p:cNvPr id="57" name=""/>
          <p:cNvCxnSpPr/>
          <p:nvPr/>
        </p:nvCxnSpPr>
        <p:spPr>
          <a:xfrm>
            <a:off x="2763686" y="23774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58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	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03-10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      홍길동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9" name=""/>
          <p:cNvSpPr/>
          <p:nvPr/>
        </p:nvSpPr>
        <p:spPr>
          <a:xfrm>
            <a:off x="11456342" y="1641171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0" name=""/>
          <p:cNvSpPr/>
          <p:nvPr/>
        </p:nvSpPr>
        <p:spPr>
          <a:xfrm>
            <a:off x="11456343" y="2098371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9438802" y="530352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선택 삭제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3" name=""/>
          <p:cNvCxnSpPr>
            <a:stCxn id="64" idx="0"/>
            <a:endCxn id="58" idx="1"/>
          </p:cNvCxnSpPr>
          <p:nvPr/>
        </p:nvCxnSpPr>
        <p:spPr>
          <a:xfrm rot="5400000" flipH="1" flipV="1">
            <a:off x="1431467" y="2011975"/>
            <a:ext cx="1652551" cy="10118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"/>
          <p:cNvSpPr/>
          <p:nvPr/>
        </p:nvSpPr>
        <p:spPr>
          <a:xfrm>
            <a:off x="1013926" y="3344191"/>
            <a:ext cx="1475752" cy="541488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클릭시 주문 목록이</a:t>
            </a:r>
            <a:endParaRPr lang="ko-KR" altLang="en-US" sz="12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나옴</a:t>
            </a:r>
            <a:r>
              <a:rPr lang="en-US" altLang="ko-KR" sz="1200">
                <a:solidFill>
                  <a:schemeClr val="dk1"/>
                </a:solidFill>
              </a:rPr>
              <a:t>(</a:t>
            </a:r>
            <a:r>
              <a:rPr lang="ko-KR" altLang="en-US" sz="1200">
                <a:solidFill>
                  <a:schemeClr val="dk1"/>
                </a:solidFill>
              </a:rPr>
              <a:t>삭제가능</a:t>
            </a:r>
            <a:r>
              <a:rPr lang="en-US" altLang="ko-KR" sz="1200">
                <a:solidFill>
                  <a:schemeClr val="dk1"/>
                </a:solidFill>
              </a:rPr>
              <a:t>)</a:t>
            </a:r>
            <a:endParaRPr lang="en-US" altLang="ko-KR"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024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관리자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회원관리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상품관리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724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종류		브랜드		수량			상품번호			가격				제품이름		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5" name=""/>
          <p:cNvCxnSpPr/>
          <p:nvPr/>
        </p:nvCxnSpPr>
        <p:spPr>
          <a:xfrm>
            <a:off x="2763685" y="176022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9" name=""/>
          <p:cNvSpPr/>
          <p:nvPr/>
        </p:nvSpPr>
        <p:spPr>
          <a:xfrm>
            <a:off x="2763684" y="1494472"/>
            <a:ext cx="8961118" cy="26574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CPU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  AMD			   33			      c001		            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567,800	           [AMD] 5세대 라</a:t>
            </a:r>
            <a:r>
              <a:rPr lang="ko-KR" altLang="en-US" sz="1200">
                <a:solidFill>
                  <a:schemeClr val="dk1"/>
                </a:solidFill>
                <a:effectLst/>
              </a:rPr>
              <a:t>이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젠7 7800X3D</a:t>
            </a:r>
            <a:endParaRPr lang="en-US" altLang="ko-KR" sz="1200">
              <a:solidFill>
                <a:schemeClr val="dk1"/>
              </a:solidFill>
              <a:effectLst/>
            </a:endParaRPr>
          </a:p>
        </p:txBody>
      </p:sp>
      <p:sp>
        <p:nvSpPr>
          <p:cNvPr id="50" name=""/>
          <p:cNvSpPr/>
          <p:nvPr/>
        </p:nvSpPr>
        <p:spPr>
          <a:xfrm>
            <a:off x="2763684" y="1787366"/>
            <a:ext cx="8961118" cy="26574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GPU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 NVIDIA		   24			      g011		            2,345,000	           			   [NVIDIA] 5080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51" name=""/>
          <p:cNvCxnSpPr/>
          <p:nvPr/>
        </p:nvCxnSpPr>
        <p:spPr>
          <a:xfrm>
            <a:off x="2763684" y="2053113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52" name="Rounded Rectangle 4"/>
          <p:cNvSpPr/>
          <p:nvPr/>
        </p:nvSpPr>
        <p:spPr>
          <a:xfrm>
            <a:off x="9438802" y="530352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상품 추가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0581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관리자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회원관리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상품관리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724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추가 및 수정		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상품관리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추가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2" name="Rounded Rectangle 4"/>
          <p:cNvSpPr/>
          <p:nvPr/>
        </p:nvSpPr>
        <p:spPr>
          <a:xfrm>
            <a:off x="9438802" y="530352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상품 추가</a:t>
            </a: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3" name="Rectangle 6"/>
          <p:cNvSpPr/>
          <p:nvPr/>
        </p:nvSpPr>
        <p:spPr>
          <a:xfrm>
            <a:off x="2763684" y="1685639"/>
            <a:ext cx="8216765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종류		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클릭시 예시와 같이 선택창이나옴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브랜드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수량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가격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제품이름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이미지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소켓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			//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메인보드 호환성을 위해 참조하는 정보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소비전력	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파워 서플라이의 권장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W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수를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계산하기 위해 참조하는 정보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5" name=""/>
          <p:cNvSpPr/>
          <p:nvPr/>
        </p:nvSpPr>
        <p:spPr>
          <a:xfrm>
            <a:off x="3945028" y="2387069"/>
            <a:ext cx="1104451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6" name=""/>
          <p:cNvSpPr/>
          <p:nvPr/>
        </p:nvSpPr>
        <p:spPr>
          <a:xfrm>
            <a:off x="3945028" y="2749126"/>
            <a:ext cx="1110856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7" name=""/>
          <p:cNvSpPr/>
          <p:nvPr/>
        </p:nvSpPr>
        <p:spPr>
          <a:xfrm>
            <a:off x="3945028" y="3120730"/>
            <a:ext cx="1110856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8" name=""/>
          <p:cNvSpPr/>
          <p:nvPr/>
        </p:nvSpPr>
        <p:spPr>
          <a:xfrm>
            <a:off x="3945028" y="3479417"/>
            <a:ext cx="1110856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1" name="Rectangle 5"/>
          <p:cNvSpPr/>
          <p:nvPr/>
        </p:nvSpPr>
        <p:spPr>
          <a:xfrm>
            <a:off x="3945028" y="2015750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CPU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3945028" y="3855801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찾아보기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1604307" y="2749126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CPU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1604307" y="2950796"/>
            <a:ext cx="800003" cy="201670"/>
          </a:xfrm>
          <a:prstGeom prst="rect">
            <a:avLst/>
          </a:prstGeom>
          <a:solidFill>
            <a:srgbClr val="f2f2f2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GPU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1604307" y="3152466"/>
            <a:ext cx="800003" cy="201670"/>
          </a:xfrm>
          <a:prstGeom prst="rect">
            <a:avLst/>
          </a:prstGeom>
          <a:solidFill>
            <a:srgbClr val="f2f2f2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RAM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8" name="Rectangle 5"/>
          <p:cNvSpPr/>
          <p:nvPr/>
        </p:nvSpPr>
        <p:spPr>
          <a:xfrm>
            <a:off x="1604307" y="3354136"/>
            <a:ext cx="800003" cy="201670"/>
          </a:xfrm>
          <a:prstGeom prst="rect">
            <a:avLst/>
          </a:prstGeom>
          <a:solidFill>
            <a:srgbClr val="f2f2f2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메인보드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70" name=""/>
          <p:cNvCxnSpPr>
            <a:stCxn id="61" idx="0"/>
            <a:endCxn id="65" idx="0"/>
          </p:cNvCxnSpPr>
          <p:nvPr/>
        </p:nvCxnSpPr>
        <p:spPr>
          <a:xfrm rot="5400000">
            <a:off x="2807983" y="1212079"/>
            <a:ext cx="733372" cy="2340720"/>
          </a:xfrm>
          <a:prstGeom prst="bentConnector3">
            <a:avLst>
              <a:gd name="adj1" fmla="val -1860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5"/>
          <p:cNvSpPr/>
          <p:nvPr/>
        </p:nvSpPr>
        <p:spPr>
          <a:xfrm>
            <a:off x="3945027" y="4251073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AM4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2" name=""/>
          <p:cNvSpPr/>
          <p:nvPr/>
        </p:nvSpPr>
        <p:spPr>
          <a:xfrm>
            <a:off x="3945028" y="4624004"/>
            <a:ext cx="1110856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65W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3" name="Rectangle 6"/>
          <p:cNvSpPr/>
          <p:nvPr/>
        </p:nvSpPr>
        <p:spPr>
          <a:xfrm>
            <a:off x="5424263" y="2045448"/>
            <a:ext cx="6487702" cy="276710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상세 페이지 작성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스펙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74" name=""/>
          <p:cNvGraphicFramePr>
            <a:graphicFrameLocks noGrp="1"/>
          </p:cNvGraphicFramePr>
          <p:nvPr/>
        </p:nvGraphicFramePr>
        <p:xfrm>
          <a:off x="5691574" y="2697041"/>
          <a:ext cx="5953078" cy="11125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488269"/>
                <a:gridCol w="1488269"/>
                <a:gridCol w="1488269"/>
                <a:gridCol w="1488269"/>
              </a:tblGrid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8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   번호	상품번호		날짜					제목							        작성자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0002</a:t>
            </a:r>
            <a:r>
              <a:rPr lang="ko-KR" altLang="en-US">
                <a:solidFill>
                  <a:schemeClr val="dk1"/>
                </a:solidFill>
              </a:rPr>
              <a:t>	</a:t>
            </a:r>
            <a:r>
              <a:rPr lang="en-US" altLang="ko-KR">
                <a:solidFill>
                  <a:schemeClr val="dk1"/>
                </a:solidFill>
              </a:rPr>
              <a:t>  c001		03-12			cpu </a:t>
            </a:r>
            <a:r>
              <a:rPr lang="ko-KR" altLang="en-US">
                <a:solidFill>
                  <a:schemeClr val="dk1"/>
                </a:solidFill>
              </a:rPr>
              <a:t>초기불량						     아무개</a:t>
            </a: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23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ln>
            <a:solidFill>
              <a:srgbClr val="dcdc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/>
          <p:nvPr/>
        </p:nvCxnSpPr>
        <p:spPr>
          <a:xfrm>
            <a:off x="2763686" y="23774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25" name=""/>
          <p:cNvSpPr/>
          <p:nvPr/>
        </p:nvSpPr>
        <p:spPr>
          <a:xfrm>
            <a:off x="2763685" y="1920240"/>
            <a:ext cx="8961118" cy="4572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g001		03-10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     오배송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				     홍길동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"/>
          <p:cNvSpPr/>
          <p:nvPr/>
        </p:nvSpPr>
        <p:spPr>
          <a:xfrm>
            <a:off x="5872661" y="5414635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9557401" y="5414635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Rounded Rectangle 4"/>
          <p:cNvSpPr/>
          <p:nvPr/>
        </p:nvSpPr>
        <p:spPr>
          <a:xfrm>
            <a:off x="10637416" y="2526030"/>
            <a:ext cx="959534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답글쓰기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lvl="0" algn="ctr">
              <a:defRPr/>
            </a:pPr>
            <a:r>
              <a:rPr lang="en-US" altLang="ko-KR">
                <a:solidFill>
                  <a:srgbClr val="000000"/>
                </a:solidFill>
              </a:rPr>
              <a:t>A/S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TextBox 3"/>
          <p:cNvSpPr txBox="1"/>
          <p:nvPr/>
        </p:nvSpPr>
        <p:spPr>
          <a:xfrm>
            <a:off x="274319" y="1097280"/>
            <a:ext cx="826771" cy="33909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회원관리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상품관리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" name="TextBox 6"/>
          <p:cNvSpPr txBox="1"/>
          <p:nvPr/>
        </p:nvSpPr>
        <p:spPr>
          <a:xfrm>
            <a:off x="457200" y="2377440"/>
            <a:ext cx="481965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A/S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5" name=""/>
          <p:cNvSpPr/>
          <p:nvPr/>
        </p:nvSpPr>
        <p:spPr>
          <a:xfrm>
            <a:off x="2763683" y="2382093"/>
            <a:ext cx="8961118" cy="58505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6" name=""/>
          <p:cNvCxnSpPr/>
          <p:nvPr/>
        </p:nvCxnSpPr>
        <p:spPr>
          <a:xfrm>
            <a:off x="2763683" y="2967146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cxnSp>
        <p:nvCxnSpPr>
          <p:cNvPr id="47" name=""/>
          <p:cNvCxnSpPr/>
          <p:nvPr/>
        </p:nvCxnSpPr>
        <p:spPr>
          <a:xfrm rot="16200000" flipH="1">
            <a:off x="2875013" y="2600323"/>
            <a:ext cx="148593" cy="0"/>
          </a:xfrm>
          <a:prstGeom prst="line">
            <a:avLst/>
          </a:prstGeom>
          <a:ln w="12700">
            <a:solidFill>
              <a:schemeClr val="dk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"/>
          <p:cNvCxnSpPr/>
          <p:nvPr/>
        </p:nvCxnSpPr>
        <p:spPr>
          <a:xfrm>
            <a:off x="2949310" y="2674620"/>
            <a:ext cx="153421" cy="0"/>
          </a:xfrm>
          <a:prstGeom prst="straightConnector1">
            <a:avLst/>
          </a:prstGeom>
          <a:ln w="12700">
            <a:solidFill>
              <a:schemeClr val="dk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088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076" y="1828800"/>
            <a:ext cx="5029200" cy="2926080"/>
          </a:xfrm>
          <a:prstGeom prst="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lvl="0" algn="ctr">
              <a:defRPr/>
            </a:pPr>
            <a:r>
              <a:rPr sz="1400">
                <a:solidFill>
                  <a:srgbClr val="000000"/>
                </a:solidFill>
              </a:rPr>
              <a:t>개인회원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쇼핑물의 다양한 상품과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저렴한 가격 이벤트로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최고의 서비스를 드립니다.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79676" y="411480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400" b="1"/>
            </a:pPr>
            <a:r>
              <a:rPr lang="ko-KR" altLang="en-US">
                <a:solidFill>
                  <a:schemeClr val="dk1"/>
                </a:solidFill>
              </a:rPr>
              <a:t>가입하기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51676" y="1828800"/>
            <a:ext cx="5029200" cy="2926080"/>
          </a:xfrm>
          <a:prstGeom prst="rect">
            <a:avLst/>
          </a:prstGeom>
          <a:solidFill>
            <a:srgbClr val="fffa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  <a:p>
            <a:pPr lvl="0" algn="ctr">
              <a:defRPr/>
            </a:pPr>
            <a:r>
              <a:rPr sz="1400">
                <a:solidFill>
                  <a:srgbClr val="000000"/>
                </a:solidFill>
              </a:rPr>
              <a:t>사업자회원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컴퓨터 도소매, pc방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운영자 등 구매가 많은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고객님께서 더욱 저렴하게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구매 하실수 있도록 최적의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400">
                <a:solidFill>
                  <a:srgbClr val="000000"/>
                </a:solidFill>
              </a:rPr>
              <a:t>서비스를 제공해 드립니다.</a:t>
            </a: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  <a:p>
            <a:pPr lvl="0">
              <a:defRPr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923276" y="411480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400" b="1"/>
            </a:pPr>
            <a:r>
              <a:rPr lang="ko-KR" altLang="en-US">
                <a:solidFill>
                  <a:schemeClr val="dk1"/>
                </a:solidFill>
              </a:rPr>
              <a:t>가입하기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</a:rPr>
              <a:t>대표 : 000  |  대표전화 : 0000-0000  |  사업자번호 : 00000000
주소 : 인천광역시 00구 00동 00 주식회사 00COM  |  FAX : 000-000-0000
개인정보보호 담당자 : 000  |  이메일 : 000@000.com
통신판매신고 : 제 0000호  |  개인정보보호배상책임보험 증권번호 00000-00</a:t>
            </a:r>
          </a:p>
        </p:txBody>
      </p:sp>
      <p:sp>
        <p:nvSpPr>
          <p:cNvPr id="1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 타입 선택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00COM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</a:rPr>
              <a:t>대표 : 000  |  대표전화 : 0000-0000  |  사업자번호 : 00000000
주소 : 인천광역시 00구 00동 00 주식회사 00COM  |  FAX : 000-000-0000
개인정보보호 담당자 : 000  |  이메일 : 000@000.com
통신판매신고 : 제 0000호  |  개인정보보호배상책임보험 증권번호 00000-00</a:t>
            </a:r>
          </a:p>
        </p:txBody>
      </p:sp>
      <p:sp>
        <p:nvSpPr>
          <p:cNvPr id="6" name="Rectangle 5"/>
          <p:cNvSpPr/>
          <p:nvPr/>
        </p:nvSpPr>
        <p:spPr>
          <a:xfrm>
            <a:off x="928116" y="1097280"/>
            <a:ext cx="3200400" cy="731520"/>
          </a:xfrm>
          <a:prstGeom prst="rect">
            <a:avLst/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STEP 1 약관동의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STEP 2 정보입력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043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STEP 3 가입완료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이용약관</a:t>
            </a:r>
          </a:p>
        </p:txBody>
      </p:sp>
      <p:sp>
        <p:nvSpPr>
          <p:cNvPr id="10" name="Rectangle 6"/>
          <p:cNvSpPr/>
          <p:nvPr/>
        </p:nvSpPr>
        <p:spPr>
          <a:xfrm>
            <a:off x="928116" y="2651760"/>
            <a:ext cx="10332720" cy="1827548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accent3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accent3"/>
                </a:solidFill>
                <a:latin typeface="Calibri"/>
                <a:ea typeface="맑은 고딕"/>
                <a:cs typeface="맑은 고딕"/>
              </a:rPr>
              <a:t>약관내용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accent3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928115" y="4551071"/>
            <a:ext cx="2887599" cy="238099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sz="10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이용약관에 동의 하시겠습니까?</a:t>
            </a:r>
            <a:r>
              <a:rPr xmlns:mc="http://schemas.openxmlformats.org/markup-compatibility/2006" xmlns:hp="http://schemas.haansoft.com/office/presentation/8.0" kumimoji="0" lang="ko-KR" altLang="en-US" sz="10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r>
              <a:rPr xmlns:mc="http://schemas.openxmlformats.org/markup-compatibility/2006" xmlns:hp="http://schemas.haansoft.com/office/presentation/8.0" kumimoji="0" sz="10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동의함</a:t>
            </a:r>
            <a:endParaRPr xmlns:mc="http://schemas.openxmlformats.org/markup-compatibility/2006" xmlns:hp="http://schemas.haansoft.com/office/presentation/8.0" kumimoji="0" sz="10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"/>
          <p:cNvSpPr/>
          <p:nvPr/>
        </p:nvSpPr>
        <p:spPr>
          <a:xfrm>
            <a:off x="3119545" y="4610596"/>
            <a:ext cx="123955" cy="11904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다음 단계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약관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811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tx1"/>
                </a:solidFill>
              </a:rPr>
              <a:t>STEP 1 약관동의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STEP 2 정보입력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043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/>
              <a:t>STEP 3 가입완료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28115" y="1966221"/>
            <a:ext cx="1135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800" b="1">
                <a:solidFill>
                  <a:srgbClr val="000000"/>
                </a:solidFill>
              </a:rPr>
              <a:t>회원정보</a:t>
            </a:r>
            <a:endParaRPr lang="ko-KR" altLang="en-US" sz="1800" b="1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928116" y="2331981"/>
            <a:ext cx="10332720" cy="2767104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chemeClr val="lt1">
                <a:alpha val="100000"/>
              </a:scheme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 *	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 확인 *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*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가입하기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/>
          <p:nvPr/>
        </p:nvSpPr>
        <p:spPr>
          <a:xfrm>
            <a:off x="2519035" y="2496071"/>
            <a:ext cx="1609480" cy="182671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" name=""/>
          <p:cNvSpPr/>
          <p:nvPr/>
        </p:nvSpPr>
        <p:spPr>
          <a:xfrm>
            <a:off x="2528316" y="2863762"/>
            <a:ext cx="160020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"/>
          <p:cNvSpPr/>
          <p:nvPr/>
        </p:nvSpPr>
        <p:spPr>
          <a:xfrm>
            <a:off x="2519035" y="3246328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/>
          <p:nvPr/>
        </p:nvSpPr>
        <p:spPr>
          <a:xfrm>
            <a:off x="2519035" y="3624197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/>
          <p:nvPr/>
        </p:nvSpPr>
        <p:spPr>
          <a:xfrm>
            <a:off x="2519035" y="3992409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2519035" y="4338180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2519036" y="4677427"/>
            <a:ext cx="357544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4494276" y="2486571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중복체크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6437472" y="4677427"/>
            <a:ext cx="800003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우편검색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"/>
          <p:cNvSpPr/>
          <p:nvPr/>
        </p:nvSpPr>
        <p:spPr>
          <a:xfrm>
            <a:off x="854392" y="5099085"/>
            <a:ext cx="3158490" cy="3308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//*</a:t>
            </a:r>
            <a:r>
              <a:rPr lang="ko-KR" altLang="en-US">
                <a:solidFill>
                  <a:schemeClr val="dk1"/>
                </a:solidFill>
              </a:rPr>
              <a:t> 는 조건이 맞을시 없어짐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개인 정보입력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811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tx1"/>
                </a:solidFill>
              </a:rPr>
              <a:t>STEP 1 약관동의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dk1"/>
                </a:solidFill>
              </a:rPr>
              <a:t>STEP 2 정보입력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0436" y="1097280"/>
            <a:ext cx="3200400" cy="731520"/>
          </a:xfrm>
          <a:prstGeom prst="rect">
            <a:avLst/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rPr lang="ko-KR" altLang="en-US"/>
              <a:t>STEP 3 가입완료</a:t>
            </a:r>
            <a:endParaRPr lang="ko-KR" altLang="en-US"/>
          </a:p>
        </p:txBody>
      </p:sp>
      <p:sp>
        <p:nvSpPr>
          <p:cNvPr id="23" name="Rectangle 6"/>
          <p:cNvSpPr/>
          <p:nvPr/>
        </p:nvSpPr>
        <p:spPr>
          <a:xfrm>
            <a:off x="928116" y="2331981"/>
            <a:ext cx="10332720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반갑습니다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000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님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가입이 완료되었습니다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좋은 서비스로 보답하겠습니다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돌아가기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회원가입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34720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94276" y="1097280"/>
            <a:ext cx="3200400" cy="73152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rPr lang="en-US" altLang="ko-KR">
                <a:solidFill>
                  <a:schemeClr val="dk1"/>
                </a:solidFill>
                <a:effectLst/>
              </a:rPr>
              <a:t>//(</a:t>
            </a:r>
            <a:r>
              <a:rPr lang="ko-KR" altLang="en-US">
                <a:solidFill>
                  <a:schemeClr val="dk1"/>
                </a:solidFill>
                <a:effectLst/>
              </a:rPr>
              <a:t>자물쇠이미지</a:t>
            </a:r>
            <a:r>
              <a:rPr lang="en-US" altLang="ko-KR">
                <a:solidFill>
                  <a:schemeClr val="dk1"/>
                </a:solidFill>
                <a:effectLst/>
              </a:rPr>
              <a:t>)</a:t>
            </a:r>
            <a:endParaRPr lang="en-US" altLang="ko-KR">
              <a:solidFill>
                <a:schemeClr val="dk1"/>
              </a:solidFill>
              <a:effectLst/>
            </a:endParaRPr>
          </a:p>
          <a:p>
            <a:pPr algn="ctr">
              <a:defRPr sz="1600">
                <a:solidFill>
                  <a:srgbClr val="000000"/>
                </a:solidFill>
              </a:defRPr>
            </a:pPr>
            <a:r>
              <a:rPr lang="ko-KR" altLang="en-US">
                <a:solidFill>
                  <a:schemeClr val="dk1"/>
                </a:solidFill>
                <a:effectLst/>
              </a:rPr>
              <a:t>회원 로그인</a:t>
            </a:r>
            <a:endParaRPr lang="ko-KR" altLang="en-US">
              <a:solidFill>
                <a:schemeClr val="dk1"/>
              </a:solidFill>
              <a:effectLst/>
            </a:endParaRPr>
          </a:p>
        </p:txBody>
      </p:sp>
      <p:sp>
        <p:nvSpPr>
          <p:cNvPr id="25" name="Rectangle 6"/>
          <p:cNvSpPr/>
          <p:nvPr/>
        </p:nvSpPr>
        <p:spPr>
          <a:xfrm>
            <a:off x="4209674" y="2018935"/>
            <a:ext cx="3769603" cy="2395133"/>
          </a:xfrm>
          <a:prstGeom prst="rect">
            <a:avLst/>
          </a:prstGeom>
          <a:solidFill>
            <a:schemeClr val="lt1">
              <a:alpha val="100000"/>
            </a:scheme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비밀번호를 잊으셨나요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?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Rounded Rectangle 4"/>
          <p:cNvSpPr/>
          <p:nvPr/>
        </p:nvSpPr>
        <p:spPr>
          <a:xfrm>
            <a:off x="4494276" y="3956869"/>
            <a:ext cx="1502340" cy="359340"/>
          </a:xfrm>
          <a:prstGeom prst="roundRect">
            <a:avLst>
              <a:gd name="adj" fmla="val 16667"/>
            </a:avLst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아이디 찾기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6192335" y="3956869"/>
            <a:ext cx="1502340" cy="359340"/>
          </a:xfrm>
          <a:prstGeom prst="roundRect">
            <a:avLst>
              <a:gd name="adj" fmla="val 16667"/>
            </a:avLst>
          </a:prstGeom>
          <a:solidFill>
            <a:srgbClr val="69d8ad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비밀번호 찾기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"/>
          <p:cNvSpPr/>
          <p:nvPr/>
        </p:nvSpPr>
        <p:spPr>
          <a:xfrm>
            <a:off x="5289736" y="2222064"/>
            <a:ext cx="160948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"/>
          <p:cNvSpPr/>
          <p:nvPr/>
        </p:nvSpPr>
        <p:spPr>
          <a:xfrm>
            <a:off x="5289735" y="2726758"/>
            <a:ext cx="160948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56563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531620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고객 지원 센터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3582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자주 묻는 질문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3201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입금계좌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배송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>
                <a:solidFill>
                  <a:srgbClr val="000000"/>
                </a:solidFill>
              </a:rPr>
              <a:t>A/S</a:t>
            </a:r>
            <a:r>
              <a:rPr lang="ko-KR" altLang="en-US" sz="1400">
                <a:solidFill>
                  <a:srgbClr val="000000"/>
                </a:solidFill>
              </a:rPr>
              <a:t> 및 문의</a:t>
            </a:r>
            <a:endParaRPr lang="ko-KR" altLang="en-US" sz="140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이용약관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32957" y="1805939"/>
            <a:ext cx="8961120" cy="1737360"/>
          </a:xfrm>
          <a:prstGeom prst="rect">
            <a:avLst/>
          </a:prstGeom>
          <a:solidFill>
            <a:schemeClr val="lt1"/>
          </a:solidFill>
          <a:ln w="63500">
            <a:solidFill>
              <a:srgbClr val="629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800"/>
            </a:pPr>
            <a:r>
              <a:rPr lang="ko-KR" altLang="en-US" sz="3000">
                <a:solidFill>
                  <a:schemeClr val="dk1"/>
                </a:solidFill>
              </a:rPr>
              <a:t>	</a:t>
            </a:r>
            <a:r>
              <a:rPr lang="en-US" altLang="ko-KR" sz="3000">
                <a:solidFill>
                  <a:schemeClr val="dk1"/>
                </a:solidFill>
              </a:rPr>
              <a:t>0000-0000</a:t>
            </a:r>
            <a:endParaRPr lang="en-US" altLang="ko-KR" sz="3000">
              <a:solidFill>
                <a:schemeClr val="dk1"/>
              </a:solidFill>
            </a:endParaRPr>
          </a:p>
          <a:p>
            <a:pPr>
              <a:defRPr sz="1800"/>
            </a:pPr>
            <a:r>
              <a:rPr lang="ko-KR" altLang="en-US" sz="1400">
                <a:solidFill>
                  <a:schemeClr val="dk1"/>
                </a:solidFill>
              </a:rPr>
              <a:t>	</a:t>
            </a: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r>
              <a:rPr lang="ko-KR" altLang="en-US" sz="1400">
                <a:solidFill>
                  <a:schemeClr val="dk1"/>
                </a:solidFill>
              </a:rPr>
              <a:t>	오전</a:t>
            </a:r>
            <a:r>
              <a:rPr lang="en-US" altLang="ko-KR" sz="1400">
                <a:solidFill>
                  <a:schemeClr val="dk1"/>
                </a:solidFill>
              </a:rPr>
              <a:t>10</a:t>
            </a:r>
            <a:r>
              <a:rPr lang="ko-KR" altLang="en-US" sz="1400">
                <a:solidFill>
                  <a:schemeClr val="dk1"/>
                </a:solidFill>
              </a:rPr>
              <a:t>시</a:t>
            </a:r>
            <a:r>
              <a:rPr lang="en-US" altLang="ko-KR" sz="1400">
                <a:solidFill>
                  <a:schemeClr val="dk1"/>
                </a:solidFill>
              </a:rPr>
              <a:t>~</a:t>
            </a:r>
            <a:r>
              <a:rPr lang="ko-KR" altLang="en-US" sz="1400">
                <a:solidFill>
                  <a:schemeClr val="dk1"/>
                </a:solidFill>
              </a:rPr>
              <a:t>오후</a:t>
            </a:r>
            <a:r>
              <a:rPr lang="en-US" altLang="ko-KR" sz="1400">
                <a:solidFill>
                  <a:schemeClr val="dk1"/>
                </a:solidFill>
              </a:rPr>
              <a:t>5</a:t>
            </a:r>
            <a:r>
              <a:rPr lang="ko-KR" altLang="en-US" sz="1400">
                <a:solidFill>
                  <a:schemeClr val="dk1"/>
                </a:solidFill>
              </a:rPr>
              <a:t>시</a:t>
            </a: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r>
              <a:rPr lang="ko-KR" altLang="en-US" sz="1400">
                <a:solidFill>
                  <a:schemeClr val="dk1"/>
                </a:solidFill>
              </a:rPr>
              <a:t>	주말</a:t>
            </a:r>
            <a:r>
              <a:rPr lang="en-US" altLang="ko-KR" sz="1400">
                <a:solidFill>
                  <a:schemeClr val="dk1"/>
                </a:solidFill>
              </a:rPr>
              <a:t>,</a:t>
            </a:r>
            <a:r>
              <a:rPr lang="ko-KR" altLang="en-US" sz="1400">
                <a:solidFill>
                  <a:schemeClr val="dk1"/>
                </a:solidFill>
              </a:rPr>
              <a:t> 공휴일 휴무</a:t>
            </a: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endParaRPr lang="ko-KR" altLang="en-US" sz="1400">
              <a:solidFill>
                <a:schemeClr val="dk1"/>
              </a:solidFill>
            </a:endParaRPr>
          </a:p>
          <a:p>
            <a:pPr>
              <a:defRPr sz="1800"/>
            </a:pP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5100363" y="2393332"/>
            <a:ext cx="1988225" cy="765810"/>
          </a:xfrm>
          <a:prstGeom prst="rect">
            <a:avLst/>
          </a:prstGeom>
          <a:noFill/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(</a:t>
            </a:r>
            <a:r>
              <a:rPr lang="ko-KR" altLang="en-US">
                <a:solidFill>
                  <a:schemeClr val="dk1"/>
                </a:solidFill>
              </a:rPr>
              <a:t>전화기 이미지</a:t>
            </a:r>
            <a:r>
              <a:rPr lang="en-US" altLang="ko-KR">
                <a:solidFill>
                  <a:schemeClr val="dk1"/>
                </a:solidFill>
              </a:rPr>
              <a:t>)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19" name="Rounded Rectangle 4"/>
          <p:cNvSpPr/>
          <p:nvPr/>
        </p:nvSpPr>
        <p:spPr>
          <a:xfrm>
            <a:off x="7021932" y="2420654"/>
            <a:ext cx="1799356" cy="711165"/>
          </a:xfrm>
          <a:prstGeom prst="roundRect">
            <a:avLst>
              <a:gd name="adj" fmla="val 16667"/>
            </a:avLst>
          </a:prstGeom>
          <a:solidFill>
            <a:srgbClr val="c49dd6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상품 </a:t>
            </a: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QnA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9079333" y="2420655"/>
            <a:ext cx="2290969" cy="711165"/>
          </a:xfrm>
          <a:prstGeom prst="roundRect">
            <a:avLst>
              <a:gd name="adj" fmla="val 16667"/>
            </a:avLst>
          </a:prstGeom>
          <a:solidFill>
            <a:srgbClr val="ffe766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카카오톡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8821288" y="3589020"/>
            <a:ext cx="2290969" cy="18371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클릭시</a:t>
            </a:r>
            <a:endParaRPr lang="ko-KR" altLang="en-US" sz="12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큐알코드 </a:t>
            </a:r>
            <a:endParaRPr lang="ko-KR" altLang="en-US" sz="1200">
              <a:solidFill>
                <a:schemeClr val="dk1"/>
              </a:solidFill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1200">
                <a:solidFill>
                  <a:schemeClr val="dk1"/>
                </a:solidFill>
              </a:rPr>
              <a:t>카카오 오픈채팅방</a:t>
            </a:r>
            <a:endParaRPr lang="ko-KR" altLang="en-US" sz="1200">
              <a:solidFill>
                <a:schemeClr val="dk1"/>
              </a:solidFill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1200">
                <a:solidFill>
                  <a:schemeClr val="dk1"/>
                </a:solidFill>
              </a:rPr>
              <a:t>팝업 출력</a:t>
            </a:r>
            <a:endParaRPr lang="ko-KR" altLang="en-US" sz="1200">
              <a:solidFill>
                <a:schemeClr val="dk1"/>
              </a:solidFill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출력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&lt;-</a:t>
            </a:r>
            <a:r>
              <a:rPr lang="ko-KR" altLang="en-US">
                <a:solidFill>
                  <a:schemeClr val="dk1"/>
                </a:solidFill>
              </a:rPr>
              <a:t>예시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3" name=""/>
          <p:cNvSpPr/>
          <p:nvPr/>
        </p:nvSpPr>
        <p:spPr>
          <a:xfrm>
            <a:off x="6788364" y="3803936"/>
            <a:ext cx="2290969" cy="1837156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@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카카오 오픈채팅방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"/>
          <p:cNvSpPr/>
          <p:nvPr/>
        </p:nvSpPr>
        <p:spPr>
          <a:xfrm>
            <a:off x="2414956" y="936207"/>
            <a:ext cx="4143724" cy="984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>
                <a:solidFill>
                  <a:schemeClr val="dk1"/>
                </a:solidFill>
              </a:rPr>
              <a:t>//</a:t>
            </a:r>
            <a:r>
              <a:rPr lang="ko-KR" altLang="en-US">
                <a:solidFill>
                  <a:schemeClr val="dk1"/>
                </a:solidFill>
              </a:rPr>
              <a:t>왼쪽 메뉴 스크롤을 내려도 고정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26" name=""/>
          <p:cNvCxnSpPr>
            <a:stCxn id="21" idx="2"/>
            <a:endCxn id="23" idx="0"/>
          </p:cNvCxnSpPr>
          <p:nvPr/>
        </p:nvCxnSpPr>
        <p:spPr>
          <a:xfrm rot="10800000" flipV="1">
            <a:off x="7933848" y="3131820"/>
            <a:ext cx="2291007" cy="672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76369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531620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고객 지원 센터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3582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자주 묻는 질문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3201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입금계좌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배송 안내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이용약관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   번호	상품번호		날짜					제목							        작성자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 </a:t>
            </a:r>
            <a:r>
              <a:rPr lang="en-US" altLang="ko-KR">
                <a:solidFill>
                  <a:schemeClr val="dk1"/>
                </a:solidFill>
              </a:rPr>
              <a:t>0002</a:t>
            </a:r>
            <a:r>
              <a:rPr lang="ko-KR" altLang="en-US">
                <a:solidFill>
                  <a:schemeClr val="dk1"/>
                </a:solidFill>
              </a:rPr>
              <a:t>	</a:t>
            </a:r>
            <a:r>
              <a:rPr lang="en-US" altLang="ko-KR">
                <a:solidFill>
                  <a:schemeClr val="dk1"/>
                </a:solidFill>
              </a:rPr>
              <a:t>  c001		03-12			cpu </a:t>
            </a:r>
            <a:r>
              <a:rPr lang="ko-KR" altLang="en-US">
                <a:solidFill>
                  <a:schemeClr val="dk1"/>
                </a:solidFill>
              </a:rPr>
              <a:t>초기불량						     아무개</a:t>
            </a: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23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ln>
            <a:solidFill>
              <a:srgbClr val="dcdc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/>
          <p:nvPr/>
        </p:nvCxnSpPr>
        <p:spPr>
          <a:xfrm>
            <a:off x="2763686" y="23774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25" name=""/>
          <p:cNvSpPr/>
          <p:nvPr/>
        </p:nvSpPr>
        <p:spPr>
          <a:xfrm>
            <a:off x="2763685" y="19202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g001		03-10			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     오배송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				     홍길동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"/>
          <p:cNvSpPr/>
          <p:nvPr/>
        </p:nvSpPr>
        <p:spPr>
          <a:xfrm>
            <a:off x="5872661" y="5414635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9557401" y="5414635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Rounded Rectangle 4"/>
          <p:cNvSpPr/>
          <p:nvPr/>
        </p:nvSpPr>
        <p:spPr>
          <a:xfrm>
            <a:off x="10867551" y="256063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글쓰기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lvl="0" algn="ctr">
              <a:defRPr/>
            </a:pPr>
            <a:r>
              <a:rPr lang="en-US" altLang="ko-KR">
                <a:solidFill>
                  <a:srgbClr val="000000"/>
                </a:solidFill>
              </a:rPr>
              <a:t>A/S</a:t>
            </a:r>
            <a:r>
              <a:rPr lang="ko-KR" altLang="en-US">
                <a:solidFill>
                  <a:srgbClr val="000000"/>
                </a:solidFill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76797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회원정보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r>
              <a:rPr lang="ko-KR" altLang="en-US" sz="1400" b="0">
                <a:solidFill>
                  <a:srgbClr val="000000"/>
                </a:solidFill>
              </a:rPr>
              <a:t> 및 문의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28" name="Rectangle 6"/>
          <p:cNvSpPr/>
          <p:nvPr/>
        </p:nvSpPr>
        <p:spPr>
          <a:xfrm>
            <a:off x="3200297" y="1266825"/>
            <a:ext cx="4428524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아무개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		김별별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kstar2@email.co.kr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000-0000-0000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인천광역시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구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아파트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000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호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회원정보 수정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회원정보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59157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회원정보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r>
              <a:rPr lang="ko-KR" altLang="en-US" sz="1400" b="0">
                <a:solidFill>
                  <a:srgbClr val="000000"/>
                </a:solidFill>
              </a:rPr>
              <a:t> 및 문의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30" name="Rounded Rectangle 4"/>
          <p:cNvSpPr/>
          <p:nvPr/>
        </p:nvSpPr>
        <p:spPr>
          <a:xfrm>
            <a:off x="4951476" y="5192612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수정 완료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Rectangle 6"/>
          <p:cNvSpPr/>
          <p:nvPr/>
        </p:nvSpPr>
        <p:spPr>
          <a:xfrm>
            <a:off x="3271060" y="1259414"/>
            <a:ext cx="4128421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 확인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변경할 비밀번호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비밀번호 확인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"/>
          <p:cNvSpPr/>
          <p:nvPr/>
        </p:nvSpPr>
        <p:spPr>
          <a:xfrm>
            <a:off x="4788377" y="1428959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"/>
          <p:cNvSpPr/>
          <p:nvPr/>
        </p:nvSpPr>
        <p:spPr>
          <a:xfrm>
            <a:off x="4788377" y="1821493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"/>
          <p:cNvSpPr/>
          <p:nvPr/>
        </p:nvSpPr>
        <p:spPr>
          <a:xfrm>
            <a:off x="4788377" y="3238918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"/>
          <p:cNvSpPr/>
          <p:nvPr/>
        </p:nvSpPr>
        <p:spPr>
          <a:xfrm>
            <a:off x="4788377" y="2187358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4788377" y="2518619"/>
            <a:ext cx="1609480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아무개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"/>
          <p:cNvSpPr/>
          <p:nvPr/>
        </p:nvSpPr>
        <p:spPr>
          <a:xfrm>
            <a:off x="4788377" y="2873575"/>
            <a:ext cx="160948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"/>
          <p:cNvSpPr/>
          <p:nvPr/>
        </p:nvSpPr>
        <p:spPr>
          <a:xfrm>
            <a:off x="4788377" y="3613133"/>
            <a:ext cx="3575440" cy="182671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"/>
          <p:cNvSpPr/>
          <p:nvPr/>
        </p:nvSpPr>
        <p:spPr>
          <a:xfrm>
            <a:off x="3271060" y="904222"/>
            <a:ext cx="3126797" cy="43710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회원정보 수정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4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회원정보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Rectangle 6"/>
          <p:cNvSpPr/>
          <p:nvPr/>
        </p:nvSpPr>
        <p:spPr>
          <a:xfrm>
            <a:off x="6499897" y="2312670"/>
            <a:ext cx="2314756" cy="587235"/>
          </a:xfrm>
          <a:prstGeom prst="rect">
            <a:avLst/>
          </a:prstGeom>
          <a:noFill/>
          <a:ln w="9525" cap="flat" cmpd="sng" algn="ctr">
            <a:solidFill>
              <a:srgbClr val="ffffff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수정시 박스가 하얀색으로 바뀜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32602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회원정보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058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</a:rPr>
              <a:t>주문</a:t>
            </a:r>
            <a:r>
              <a:rPr lang="en-US" altLang="ko-KR" sz="1400" b="1">
                <a:solidFill>
                  <a:srgbClr val="000000"/>
                </a:solidFill>
              </a:rPr>
              <a:t>/</a:t>
            </a:r>
            <a:r>
              <a:rPr lang="ko-KR" altLang="en-US" sz="1400" b="1">
                <a:solidFill>
                  <a:srgbClr val="000000"/>
                </a:solidFill>
              </a:rPr>
              <a:t>배송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820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0">
                <a:solidFill>
                  <a:srgbClr val="000000"/>
                </a:solidFill>
              </a:rPr>
              <a:t>A/S</a:t>
            </a:r>
            <a:r>
              <a:rPr lang="ko-KR" altLang="en-US" sz="1400" b="0">
                <a:solidFill>
                  <a:srgbClr val="000000"/>
                </a:solidFill>
              </a:rPr>
              <a:t> 및 문의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		   주문									   배송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"/>
          <p:cNvSpPr/>
          <p:nvPr/>
        </p:nvSpPr>
        <p:spPr>
          <a:xfrm>
            <a:off x="3100180" y="1760220"/>
            <a:ext cx="719441" cy="76581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상품 이미지</a:t>
            </a:r>
            <a:endParaRPr lang="ko-KR" altLang="en-US" sz="1000">
              <a:solidFill>
                <a:schemeClr val="dk1"/>
              </a:solidFill>
            </a:endParaRPr>
          </a:p>
        </p:txBody>
      </p:sp>
      <p:sp>
        <p:nvSpPr>
          <p:cNvPr id="43" name=""/>
          <p:cNvSpPr/>
          <p:nvPr/>
        </p:nvSpPr>
        <p:spPr>
          <a:xfrm>
            <a:off x="4154010" y="1760220"/>
            <a:ext cx="2957313" cy="7658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en-US" altLang="ko-KR" sz="1200">
                <a:solidFill>
                  <a:schemeClr val="dk1"/>
                </a:solidFill>
                <a:effectLst/>
              </a:rPr>
              <a:t>[AMD] 5세대 라</a:t>
            </a:r>
            <a:r>
              <a:rPr lang="ko-KR" altLang="en-US" sz="1200">
                <a:solidFill>
                  <a:schemeClr val="dk1"/>
                </a:solidFill>
                <a:effectLst/>
              </a:rPr>
              <a:t>이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젠7 7800X3D</a:t>
            </a:r>
            <a:endParaRPr lang="en-US" altLang="ko-KR" sz="1200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en-US" altLang="ko-KR" sz="1200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en-US" altLang="ko-KR" sz="1200">
                <a:solidFill>
                  <a:schemeClr val="dk1"/>
                </a:solidFill>
                <a:effectLst/>
              </a:rPr>
              <a:t>2025-01-23</a:t>
            </a:r>
            <a:r>
              <a:rPr lang="ko-KR" altLang="en-US" sz="1200">
                <a:solidFill>
                  <a:schemeClr val="dk1"/>
                </a:solidFill>
                <a:effectLst/>
              </a:rPr>
              <a:t>		</a:t>
            </a:r>
            <a:r>
              <a:rPr lang="en-US" altLang="ko-KR" sz="1200">
                <a:solidFill>
                  <a:schemeClr val="dk1"/>
                </a:solidFill>
                <a:effectLst/>
              </a:rPr>
              <a:t>567,800</a:t>
            </a:r>
            <a:endParaRPr lang="en-US" altLang="ko-KR" sz="1200">
              <a:solidFill>
                <a:schemeClr val="dk1"/>
              </a:solidFill>
              <a:effectLst/>
            </a:endParaRPr>
          </a:p>
        </p:txBody>
      </p:sp>
      <p:sp>
        <p:nvSpPr>
          <p:cNvPr id="44" name=""/>
          <p:cNvSpPr/>
          <p:nvPr/>
        </p:nvSpPr>
        <p:spPr>
          <a:xfrm>
            <a:off x="7901260" y="1760220"/>
            <a:ext cx="3823542" cy="7658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우체국 택배			상품준비중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45" name=""/>
          <p:cNvCxnSpPr/>
          <p:nvPr/>
        </p:nvCxnSpPr>
        <p:spPr>
          <a:xfrm>
            <a:off x="2763685" y="267462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46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7" name=""/>
          <p:cNvSpPr/>
          <p:nvPr/>
        </p:nvSpPr>
        <p:spPr>
          <a:xfrm>
            <a:off x="2923825" y="2900558"/>
            <a:ext cx="1702756" cy="1552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^</a:t>
            </a: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|</a:t>
            </a: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//</a:t>
            </a:r>
            <a:r>
              <a:rPr lang="ko-KR" altLang="en-US">
                <a:solidFill>
                  <a:schemeClr val="dk1"/>
                </a:solidFill>
              </a:rPr>
              <a:t>클릭시 상품페이지 이동</a:t>
            </a:r>
            <a:endParaRPr lang="ko-KR" alt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812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회원정보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6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  번호	상품번호		날짜					제목							        작성자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7" name=""/>
          <p:cNvSpPr/>
          <p:nvPr/>
        </p:nvSpPr>
        <p:spPr>
          <a:xfrm>
            <a:off x="2763684" y="1463040"/>
            <a:ext cx="8961118" cy="4572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0002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 c001		03-12			cpu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초기불량						     아무개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8" name=""/>
          <p:cNvCxnSpPr/>
          <p:nvPr/>
        </p:nvCxnSpPr>
        <p:spPr>
          <a:xfrm>
            <a:off x="2763685" y="192024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51" name="Rounded Rectangle 4"/>
          <p:cNvSpPr/>
          <p:nvPr/>
        </p:nvSpPr>
        <p:spPr>
          <a:xfrm>
            <a:off x="10867551" y="256063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글쓰기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2" name=""/>
          <p:cNvSpPr/>
          <p:nvPr/>
        </p:nvSpPr>
        <p:spPr>
          <a:xfrm>
            <a:off x="5872661" y="5414635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3" name="Rounded Rectangle 4"/>
          <p:cNvSpPr/>
          <p:nvPr/>
        </p:nvSpPr>
        <p:spPr>
          <a:xfrm>
            <a:off x="9557401" y="5414635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lvl="0" algn="ctr">
              <a:defRPr/>
            </a:pPr>
            <a:r>
              <a:rPr lang="en-US" altLang="ko-KR">
                <a:solidFill>
                  <a:srgbClr val="000000"/>
                </a:solidFill>
              </a:rPr>
              <a:t>A/S</a:t>
            </a:r>
            <a:r>
              <a:rPr lang="ko-KR" altLang="en-US">
                <a:solidFill>
                  <a:srgbClr val="000000"/>
                </a:solidFill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6" name=""/>
          <p:cNvSpPr/>
          <p:nvPr/>
        </p:nvSpPr>
        <p:spPr>
          <a:xfrm>
            <a:off x="2495762" y="2217420"/>
            <a:ext cx="1912437" cy="174894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고객센터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A/S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페이지의 목록에서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필터링 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9628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2363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마이페이지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회원정보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963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주문</a:t>
            </a:r>
            <a:r>
              <a:rPr lang="en-US" altLang="ko-KR" sz="1400" b="0">
                <a:solidFill>
                  <a:srgbClr val="000000"/>
                </a:solidFill>
              </a:rPr>
              <a:t>/</a:t>
            </a:r>
            <a:r>
              <a:rPr lang="ko-KR" altLang="en-US" sz="1400" b="0">
                <a:solidFill>
                  <a:srgbClr val="000000"/>
                </a:solidFill>
              </a:rPr>
              <a:t>배송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lang="ko-KR" altLang="en-US" sz="14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46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lvl="0" algn="ctr">
              <a:defRPr sz="1400" b="1"/>
            </a:pPr>
            <a:r>
              <a:rPr lang="en-US" altLang="ko-KR" sz="1400" b="1">
                <a:solidFill>
                  <a:srgbClr val="000000"/>
                </a:solidFill>
              </a:rPr>
              <a:t>A/S</a:t>
            </a:r>
            <a:r>
              <a:rPr lang="ko-KR" altLang="en-US" sz="1400" b="1">
                <a:solidFill>
                  <a:srgbClr val="000000"/>
                </a:solidFill>
              </a:rPr>
              <a:t> 및 문의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1" name="Rounded Rectangle 4"/>
          <p:cNvSpPr/>
          <p:nvPr/>
        </p:nvSpPr>
        <p:spPr>
          <a:xfrm>
            <a:off x="10867551" y="54867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작성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"/>
          <p:cNvSpPr/>
          <p:nvPr/>
        </p:nvSpPr>
        <p:spPr>
          <a:xfrm>
            <a:off x="2763683" y="1611630"/>
            <a:ext cx="2587474" cy="3086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  <a:effectLst/>
              </a:rPr>
              <a:t>문제가 있는 부품을 선택해주세요</a:t>
            </a:r>
            <a:r>
              <a:rPr lang="en-US" altLang="ko-KR" sz="1000">
                <a:solidFill>
                  <a:schemeClr val="dk1"/>
                </a:solidFill>
                <a:effectLst/>
              </a:rPr>
              <a:t>.</a:t>
            </a:r>
            <a:endParaRPr lang="en-US" altLang="ko-KR" sz="1000">
              <a:solidFill>
                <a:schemeClr val="dk1"/>
              </a:solidFill>
              <a:effectLst/>
            </a:endParaRPr>
          </a:p>
        </p:txBody>
      </p:sp>
      <p:sp>
        <p:nvSpPr>
          <p:cNvPr id="55" name=""/>
          <p:cNvSpPr/>
          <p:nvPr/>
        </p:nvSpPr>
        <p:spPr>
          <a:xfrm>
            <a:off x="5634555" y="1605915"/>
            <a:ext cx="1609688" cy="30861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::::::::cpu::::::::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56" name=""/>
          <p:cNvSpPr/>
          <p:nvPr/>
        </p:nvSpPr>
        <p:spPr>
          <a:xfrm>
            <a:off x="2763684" y="2226944"/>
            <a:ext cx="8961118" cy="3086181"/>
          </a:xfrm>
          <a:prstGeom prst="rect">
            <a:avLst/>
          </a:prstGeom>
          <a:solidFill>
            <a:srgbClr val="dcdcd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  <a:effectLst/>
              </a:rPr>
              <a:t>//</a:t>
            </a:r>
            <a:r>
              <a:rPr lang="ko-KR" altLang="en-US">
                <a:solidFill>
                  <a:schemeClr val="dk1"/>
                </a:solidFill>
                <a:effectLst/>
              </a:rPr>
              <a:t>문의 내용</a:t>
            </a: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^</a:t>
            </a: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^</a:t>
            </a:r>
            <a:endParaRPr lang="en-US" altLang="ko-KR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|</a:t>
            </a:r>
            <a:r>
              <a:rPr lang="ko-KR" altLang="en-US">
                <a:solidFill>
                  <a:schemeClr val="dk1"/>
                </a:solidFill>
                <a:effectLst/>
              </a:rPr>
              <a:t>							</a:t>
            </a:r>
            <a:r>
              <a:rPr lang="en-US" altLang="ko-KR">
                <a:solidFill>
                  <a:schemeClr val="dk1"/>
                </a:solidFill>
                <a:effectLst/>
              </a:rPr>
              <a:t>|</a:t>
            </a:r>
            <a:endParaRPr lang="en-US" altLang="ko-KR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	    카테고리 선택	검색해서 맞는 상품이 있을시 팝업창으로나옴</a:t>
            </a: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  <a:effectLst/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  <a:effectLst/>
              </a:rPr>
              <a:t>				예시	</a:t>
            </a:r>
            <a:endParaRPr lang="ko-KR" altLang="en-US">
              <a:solidFill>
                <a:schemeClr val="dk1"/>
              </a:solidFill>
              <a:effectLst/>
            </a:endParaRPr>
          </a:p>
        </p:txBody>
      </p:sp>
      <p:sp>
        <p:nvSpPr>
          <p:cNvPr id="57" name=""/>
          <p:cNvSpPr/>
          <p:nvPr/>
        </p:nvSpPr>
        <p:spPr>
          <a:xfrm>
            <a:off x="7775293" y="1611630"/>
            <a:ext cx="2899730" cy="308610"/>
          </a:xfrm>
          <a:prstGeom prst="rect">
            <a:avLst/>
          </a:prstGeom>
          <a:solidFill>
            <a:schemeClr val="lt1">
              <a:alpha val="100000"/>
            </a:scheme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상품 이름을 검색해주세요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58" name="Rounded Rectangle 4"/>
          <p:cNvSpPr/>
          <p:nvPr/>
        </p:nvSpPr>
        <p:spPr>
          <a:xfrm>
            <a:off x="10867551" y="164623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9" name=""/>
          <p:cNvSpPr/>
          <p:nvPr/>
        </p:nvSpPr>
        <p:spPr>
          <a:xfrm>
            <a:off x="3373770" y="3760510"/>
            <a:ext cx="2720705" cy="256202"/>
          </a:xfrm>
          <a:prstGeom prst="rect">
            <a:avLst/>
          </a:prstGeom>
          <a:solidFill>
            <a:schemeClr val="l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400">
                <a:solidFill>
                  <a:schemeClr val="dk1"/>
                </a:solidFill>
              </a:rPr>
              <a:t>상품명</a:t>
            </a: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60" name=""/>
          <p:cNvSpPr/>
          <p:nvPr/>
        </p:nvSpPr>
        <p:spPr>
          <a:xfrm>
            <a:off x="3373771" y="4016713"/>
            <a:ext cx="2720705" cy="92354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상품명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을 포함하는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상품이미지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마이페이지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A/S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및 문의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글작성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3" name=""/>
          <p:cNvCxnSpPr>
            <a:stCxn id="57" idx="2"/>
            <a:endCxn id="60" idx="1"/>
          </p:cNvCxnSpPr>
          <p:nvPr/>
        </p:nvCxnSpPr>
        <p:spPr>
          <a:xfrm rot="5400000">
            <a:off x="5020368" y="273685"/>
            <a:ext cx="2558201" cy="5851395"/>
          </a:xfrm>
          <a:prstGeom prst="bentConnector4">
            <a:avLst>
              <a:gd name="adj1" fmla="val 41039"/>
              <a:gd name="adj2" fmla="val 10235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000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102679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장바구니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담은 상품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2" name=""/>
          <p:cNvSpPr/>
          <p:nvPr/>
        </p:nvSpPr>
        <p:spPr>
          <a:xfrm>
            <a:off x="3100180" y="1874520"/>
            <a:ext cx="719441" cy="7658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이미지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"/>
          <p:cNvSpPr/>
          <p:nvPr/>
        </p:nvSpPr>
        <p:spPr>
          <a:xfrm>
            <a:off x="4154009" y="2065972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65" name=""/>
          <p:cNvCxnSpPr/>
          <p:nvPr/>
        </p:nvCxnSpPr>
        <p:spPr>
          <a:xfrm>
            <a:off x="2763685" y="2788920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66" name=""/>
          <p:cNvSpPr/>
          <p:nvPr/>
        </p:nvSpPr>
        <p:spPr>
          <a:xfrm>
            <a:off x="2763685" y="1631500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7" name=""/>
          <p:cNvSpPr/>
          <p:nvPr/>
        </p:nvSpPr>
        <p:spPr>
          <a:xfrm>
            <a:off x="3014455" y="1564825"/>
            <a:ext cx="1195691" cy="243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전체선택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68" name=""/>
          <p:cNvSpPr/>
          <p:nvPr/>
        </p:nvSpPr>
        <p:spPr>
          <a:xfrm>
            <a:off x="2763684" y="2521281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9" name="Rounded Rectangle 4"/>
          <p:cNvSpPr/>
          <p:nvPr/>
        </p:nvSpPr>
        <p:spPr>
          <a:xfrm>
            <a:off x="10360903" y="1569514"/>
            <a:ext cx="1363898" cy="24302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선택 항목 삭제</a:t>
            </a:r>
            <a:endPara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0" name=""/>
          <p:cNvSpPr/>
          <p:nvPr/>
        </p:nvSpPr>
        <p:spPr>
          <a:xfrm>
            <a:off x="3100179" y="3046095"/>
            <a:ext cx="719441" cy="7658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이미지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1" name=""/>
          <p:cNvSpPr/>
          <p:nvPr/>
        </p:nvSpPr>
        <p:spPr>
          <a:xfrm>
            <a:off x="4154008" y="3237547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[인텔] 14세대 i9 14900KF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654,300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72" name=""/>
          <p:cNvCxnSpPr/>
          <p:nvPr/>
        </p:nvCxnSpPr>
        <p:spPr>
          <a:xfrm>
            <a:off x="2763684" y="3960495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73" name=""/>
          <p:cNvSpPr/>
          <p:nvPr/>
        </p:nvSpPr>
        <p:spPr>
          <a:xfrm>
            <a:off x="2763683" y="3692856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10360901" y="5349521"/>
            <a:ext cx="1363898" cy="243020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선택 항목 주문</a:t>
            </a:r>
            <a:endPara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5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장바구니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0001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6267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주문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배송지 정보 입력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"/>
          <p:cNvSpPr/>
          <p:nvPr/>
        </p:nvSpPr>
        <p:spPr>
          <a:xfrm>
            <a:off x="2763684" y="1557674"/>
            <a:ext cx="2676563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 외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5" name=""/>
          <p:cNvCxnSpPr/>
          <p:nvPr/>
        </p:nvCxnSpPr>
        <p:spPr>
          <a:xfrm>
            <a:off x="2763685" y="2094884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75" name=""/>
          <p:cNvSpPr/>
          <p:nvPr/>
        </p:nvSpPr>
        <p:spPr>
          <a:xfrm>
            <a:off x="4154010" y="1797704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총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 개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합계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1,222,100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2763685" y="2533573"/>
            <a:ext cx="3990626" cy="2767104"/>
          </a:xfrm>
          <a:prstGeom prst="rect">
            <a:avLst/>
          </a:prstGeom>
          <a:solidFill>
            <a:srgbClr val="ffffff"/>
          </a:solidFill>
          <a:ln w="63500" cap="flat" cmpd="sng" algn="ctr">
            <a:solidFill>
              <a:srgbClr val="87cefa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성함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이메일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연락처 *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*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9" name=""/>
          <p:cNvSpPr/>
          <p:nvPr/>
        </p:nvSpPr>
        <p:spPr>
          <a:xfrm>
            <a:off x="3824639" y="2878638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0" name=""/>
          <p:cNvSpPr/>
          <p:nvPr/>
        </p:nvSpPr>
        <p:spPr>
          <a:xfrm>
            <a:off x="3833111" y="3246329"/>
            <a:ext cx="818883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1" name=""/>
          <p:cNvSpPr/>
          <p:nvPr/>
        </p:nvSpPr>
        <p:spPr>
          <a:xfrm>
            <a:off x="3824639" y="3628895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2" name=""/>
          <p:cNvSpPr/>
          <p:nvPr/>
        </p:nvSpPr>
        <p:spPr>
          <a:xfrm>
            <a:off x="3824639" y="4006764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3" name=""/>
          <p:cNvSpPr/>
          <p:nvPr/>
        </p:nvSpPr>
        <p:spPr>
          <a:xfrm>
            <a:off x="3824639" y="4374976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5" name=""/>
          <p:cNvSpPr/>
          <p:nvPr/>
        </p:nvSpPr>
        <p:spPr>
          <a:xfrm>
            <a:off x="3833111" y="4724923"/>
            <a:ext cx="194115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5888367" y="4705924"/>
            <a:ext cx="733648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우편검색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8" name=""/>
          <p:cNvSpPr/>
          <p:nvPr/>
        </p:nvSpPr>
        <p:spPr>
          <a:xfrm>
            <a:off x="4268976" y="2410960"/>
            <a:ext cx="758592" cy="245225"/>
          </a:xfrm>
          <a:prstGeom prst="rect">
            <a:avLst/>
          </a:prstGeom>
          <a:solidFill>
            <a:srgbClr val="ffffff"/>
          </a:solidFill>
          <a:ln w="38100">
            <a:solidFill>
              <a:srgbClr val="87c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구매자</a:t>
            </a:r>
            <a:endParaRPr lang="ko-KR" altLang="en-US" sz="1500">
              <a:solidFill>
                <a:schemeClr val="dk1"/>
              </a:solidFill>
            </a:endParaRPr>
          </a:p>
        </p:txBody>
      </p:sp>
      <p:sp>
        <p:nvSpPr>
          <p:cNvPr id="89" name="Rectangle 6"/>
          <p:cNvSpPr/>
          <p:nvPr/>
        </p:nvSpPr>
        <p:spPr>
          <a:xfrm>
            <a:off x="7734173" y="2533522"/>
            <a:ext cx="3990626" cy="2767104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 cap="flat" cmpd="sng" algn="ctr">
            <a:solidFill>
              <a:srgbClr val="87cefa">
                <a:alpha val="100000"/>
              </a:srgbClr>
            </a:solidFill>
            <a:prstDash val="solid"/>
          </a:ln>
          <a:effectLst/>
        </p:spPr>
        <p:txBody>
          <a:bodyPr anchor="ctr"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성함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이메일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연락처 *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E-mail	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*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	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0" name=""/>
          <p:cNvSpPr/>
          <p:nvPr/>
        </p:nvSpPr>
        <p:spPr>
          <a:xfrm>
            <a:off x="8795128" y="2878587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1" name=""/>
          <p:cNvSpPr/>
          <p:nvPr/>
        </p:nvSpPr>
        <p:spPr>
          <a:xfrm>
            <a:off x="8803600" y="3246278"/>
            <a:ext cx="818883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2" name=""/>
          <p:cNvSpPr/>
          <p:nvPr/>
        </p:nvSpPr>
        <p:spPr>
          <a:xfrm>
            <a:off x="8795128" y="3628844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3" name=""/>
          <p:cNvSpPr/>
          <p:nvPr/>
        </p:nvSpPr>
        <p:spPr>
          <a:xfrm>
            <a:off x="8795128" y="4006713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4" name=""/>
          <p:cNvSpPr/>
          <p:nvPr/>
        </p:nvSpPr>
        <p:spPr>
          <a:xfrm>
            <a:off x="8795128" y="4374925"/>
            <a:ext cx="82363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5" name=""/>
          <p:cNvSpPr/>
          <p:nvPr/>
        </p:nvSpPr>
        <p:spPr>
          <a:xfrm>
            <a:off x="8803600" y="4724872"/>
            <a:ext cx="1941152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6" name="Rectangle 5"/>
          <p:cNvSpPr/>
          <p:nvPr/>
        </p:nvSpPr>
        <p:spPr>
          <a:xfrm>
            <a:off x="10858856" y="4705873"/>
            <a:ext cx="733648" cy="20167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우편검색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7" name=""/>
          <p:cNvSpPr/>
          <p:nvPr/>
        </p:nvSpPr>
        <p:spPr>
          <a:xfrm>
            <a:off x="9239464" y="2410909"/>
            <a:ext cx="758592" cy="245225"/>
          </a:xfrm>
          <a:prstGeom prst="rect">
            <a:avLst/>
          </a:prstGeom>
          <a:solidFill>
            <a:srgbClr val="ffffff">
              <a:alpha val="100000"/>
            </a:srgbClr>
          </a:solidFill>
          <a:ln w="38100" cap="flat" cmpd="sng" algn="ctr">
            <a:solidFill>
              <a:srgbClr val="87cefa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받는분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8" name="TextBox 4"/>
          <p:cNvSpPr txBox="1"/>
          <p:nvPr/>
        </p:nvSpPr>
        <p:spPr>
          <a:xfrm>
            <a:off x="457200" y="14630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 입력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9" name="TextBox 5"/>
          <p:cNvSpPr txBox="1"/>
          <p:nvPr/>
        </p:nvSpPr>
        <p:spPr>
          <a:xfrm>
            <a:off x="457200" y="1920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0" name="TextBox 6"/>
          <p:cNvSpPr txBox="1"/>
          <p:nvPr/>
        </p:nvSpPr>
        <p:spPr>
          <a:xfrm>
            <a:off x="457200" y="2377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정보입력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092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6267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주문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65" name=""/>
          <p:cNvCxnSpPr/>
          <p:nvPr/>
        </p:nvCxnSpPr>
        <p:spPr>
          <a:xfrm>
            <a:off x="2763685" y="2094884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98" name="TextBox 4"/>
          <p:cNvSpPr txBox="1"/>
          <p:nvPr/>
        </p:nvSpPr>
        <p:spPr>
          <a:xfrm>
            <a:off x="457200" y="14630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 입력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9" name="TextBox 5"/>
          <p:cNvSpPr txBox="1"/>
          <p:nvPr/>
        </p:nvSpPr>
        <p:spPr>
          <a:xfrm>
            <a:off x="457200" y="1920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0" name="TextBox 6"/>
          <p:cNvSpPr txBox="1"/>
          <p:nvPr/>
        </p:nvSpPr>
        <p:spPr>
          <a:xfrm>
            <a:off x="457200" y="2377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1" name=""/>
          <p:cNvSpPr/>
          <p:nvPr/>
        </p:nvSpPr>
        <p:spPr>
          <a:xfrm>
            <a:off x="2763685" y="1611629"/>
            <a:ext cx="8961117" cy="374263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카드사 선택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												카드번호</a:t>
            </a: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en-US" altLang="ko-KR" sz="1500">
                <a:solidFill>
                  <a:schemeClr val="dk1"/>
                </a:solidFill>
              </a:rPr>
              <a:t>												        m / y</a:t>
            </a:r>
            <a:endParaRPr lang="en-US" altLang="ko-KR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												</a:t>
            </a:r>
            <a:r>
              <a:rPr lang="en-US" altLang="ko-KR" sz="1500">
                <a:solidFill>
                  <a:schemeClr val="dk1"/>
                </a:solidFill>
              </a:rPr>
              <a:t>	CVC</a:t>
            </a:r>
            <a:endParaRPr lang="en-US" altLang="ko-KR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500">
                <a:solidFill>
                  <a:schemeClr val="dk1"/>
                </a:solidFill>
              </a:rPr>
              <a:t>	약관동의</a:t>
            </a:r>
            <a:endParaRPr lang="ko-KR" altLang="en-US" sz="1500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 sz="1200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 sz="1200">
                <a:solidFill>
                  <a:schemeClr val="dk1"/>
                </a:solidFill>
              </a:rPr>
              <a:t>        동의</a:t>
            </a:r>
            <a:endParaRPr lang="ko-KR" altLang="en-US" sz="1500">
              <a:solidFill>
                <a:schemeClr val="dk1"/>
              </a:solidFill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2933428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국민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3" name="Rounded Rectangle 4"/>
          <p:cNvSpPr/>
          <p:nvPr/>
        </p:nvSpPr>
        <p:spPr>
          <a:xfrm>
            <a:off x="3902952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BC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4" name="Rounded Rectangle 4"/>
          <p:cNvSpPr/>
          <p:nvPr/>
        </p:nvSpPr>
        <p:spPr>
          <a:xfrm>
            <a:off x="4882570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신한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5870210" y="1957881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현대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6" name=""/>
          <p:cNvSpPr/>
          <p:nvPr/>
        </p:nvSpPr>
        <p:spPr>
          <a:xfrm>
            <a:off x="2914378" y="4454248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3155631" y="4734723"/>
            <a:ext cx="1175946" cy="274007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자세히보기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933428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국민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3902952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BC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4882571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신한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5870210" y="240061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현대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933428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국민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3902953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BC</a:t>
            </a:r>
            <a:endPara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4882571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신한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5" name="Rounded Rectangle 4"/>
          <p:cNvSpPr/>
          <p:nvPr/>
        </p:nvSpPr>
        <p:spPr>
          <a:xfrm>
            <a:off x="5870211" y="2836736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현대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3" name=""/>
          <p:cNvSpPr/>
          <p:nvPr/>
        </p:nvSpPr>
        <p:spPr>
          <a:xfrm>
            <a:off x="9048238" y="1611630"/>
            <a:ext cx="2676563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 외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75" name=""/>
          <p:cNvSpPr/>
          <p:nvPr/>
        </p:nvSpPr>
        <p:spPr>
          <a:xfrm>
            <a:off x="10254792" y="1957881"/>
            <a:ext cx="1470010" cy="31686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합계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1,222,100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116" name=""/>
          <p:cNvSpPr/>
          <p:nvPr/>
        </p:nvSpPr>
        <p:spPr>
          <a:xfrm>
            <a:off x="9259552" y="2396490"/>
            <a:ext cx="1356155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0000-0000-0000-0000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7" name=""/>
          <p:cNvSpPr/>
          <p:nvPr/>
        </p:nvSpPr>
        <p:spPr>
          <a:xfrm>
            <a:off x="9259552" y="2853829"/>
            <a:ext cx="678078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000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9" name=""/>
          <p:cNvSpPr/>
          <p:nvPr/>
        </p:nvSpPr>
        <p:spPr>
          <a:xfrm>
            <a:off x="9259552" y="2630909"/>
            <a:ext cx="678078" cy="182671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07-27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9192855" y="4390202"/>
            <a:ext cx="2123874" cy="618527"/>
          </a:xfrm>
          <a:prstGeom prst="roundRect">
            <a:avLst>
              <a:gd name="adj" fmla="val 16667"/>
            </a:avLst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결제 하기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1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89019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" y="1097280"/>
            <a:ext cx="626746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rgbClr val="000000"/>
                </a:solidFill>
              </a:rPr>
              <a:t>주문</a:t>
            </a:r>
            <a:endParaRPr lang="ko-KR" altLang="en-US" sz="1600" b="1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61" name="Rounded Rectangle 4"/>
          <p:cNvSpPr/>
          <p:nvPr/>
        </p:nvSpPr>
        <p:spPr>
          <a:xfrm>
            <a:off x="2763684" y="1107457"/>
            <a:ext cx="8961118" cy="355582"/>
          </a:xfrm>
          <a:prstGeom prst="roundRect">
            <a:avLst>
              <a:gd name="adj" fmla="val 16667"/>
            </a:avLst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8" name="TextBox 4"/>
          <p:cNvSpPr txBox="1"/>
          <p:nvPr/>
        </p:nvSpPr>
        <p:spPr>
          <a:xfrm>
            <a:off x="457200" y="1463040"/>
            <a:ext cx="96774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 입력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9" name="TextBox 5"/>
          <p:cNvSpPr txBox="1"/>
          <p:nvPr/>
        </p:nvSpPr>
        <p:spPr>
          <a:xfrm>
            <a:off x="457200" y="1920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0" name="TextBox 6"/>
          <p:cNvSpPr txBox="1"/>
          <p:nvPr/>
        </p:nvSpPr>
        <p:spPr>
          <a:xfrm>
            <a:off x="457200" y="2377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1" name=""/>
          <p:cNvSpPr/>
          <p:nvPr/>
        </p:nvSpPr>
        <p:spPr>
          <a:xfrm>
            <a:off x="2763685" y="1611629"/>
            <a:ext cx="8961117" cy="374263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ko-KR" altLang="en-US" sz="33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3300">
                <a:solidFill>
                  <a:schemeClr val="dk1"/>
                </a:solidFill>
              </a:rPr>
              <a:t>결제가 완료되었습니다</a:t>
            </a:r>
            <a:r>
              <a:rPr lang="en-US" altLang="ko-KR" sz="3300">
                <a:solidFill>
                  <a:schemeClr val="dk1"/>
                </a:solidFill>
              </a:rPr>
              <a:t>.</a:t>
            </a:r>
            <a:endParaRPr lang="en-US" altLang="ko-KR" sz="3300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 sz="33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3300">
                <a:solidFill>
                  <a:schemeClr val="dk1"/>
                </a:solidFill>
              </a:rPr>
              <a:t>감사합니다</a:t>
            </a:r>
            <a:r>
              <a:rPr lang="en-US" altLang="ko-KR" sz="3300">
                <a:solidFill>
                  <a:schemeClr val="dk1"/>
                </a:solidFill>
              </a:rPr>
              <a:t>.</a:t>
            </a:r>
            <a:endParaRPr lang="en-US" altLang="ko-KR" sz="3300">
              <a:solidFill>
                <a:schemeClr val="dk1"/>
              </a:solidFill>
            </a:endParaRPr>
          </a:p>
        </p:txBody>
      </p:sp>
      <p:sp>
        <p:nvSpPr>
          <p:cNvPr id="121" name="Rounded Rectangle 4"/>
          <p:cNvSpPr/>
          <p:nvPr/>
        </p:nvSpPr>
        <p:spPr>
          <a:xfrm>
            <a:off x="5959560" y="4072959"/>
            <a:ext cx="2569364" cy="729991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 배송페이지</a:t>
            </a:r>
            <a:endPara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바로가기</a:t>
            </a:r>
            <a:endPara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완료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8714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200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1">
                <a:solidFill>
                  <a:srgbClr val="000000"/>
                </a:solidFill>
              </a:rPr>
              <a:t>CPU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820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2743199" y="1097280"/>
            <a:ext cx="2622636" cy="21945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많이팔린 상품이미지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0" name=""/>
          <p:cNvSpPr/>
          <p:nvPr/>
        </p:nvSpPr>
        <p:spPr>
          <a:xfrm>
            <a:off x="9081684" y="1097280"/>
            <a:ext cx="2622636" cy="2194560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많이팔린 상품이미지</a:t>
            </a: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/>
          <p:nvPr/>
        </p:nvSpPr>
        <p:spPr>
          <a:xfrm>
            <a:off x="5912441" y="1097280"/>
            <a:ext cx="2622636" cy="2194560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많이팔린 상품이미지</a:t>
            </a: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"/>
          <p:cNvSpPr/>
          <p:nvPr/>
        </p:nvSpPr>
        <p:spPr>
          <a:xfrm>
            <a:off x="3079699" y="4014788"/>
            <a:ext cx="719441" cy="7658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이미지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"/>
          <p:cNvSpPr/>
          <p:nvPr/>
        </p:nvSpPr>
        <p:spPr>
          <a:xfrm>
            <a:off x="4133528" y="4206240"/>
            <a:ext cx="7570792" cy="38290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								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			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2743204" y="4929188"/>
            <a:ext cx="8961117" cy="0"/>
          </a:xfrm>
          <a:prstGeom prst="line">
            <a:avLst/>
          </a:prstGeom>
          <a:noFill/>
          <a:ln w="25400" cap="flat" cmpd="sng" algn="ctr">
            <a:solidFill>
              <a:srgbClr val="dcdcdc">
                <a:alpha val="100000"/>
              </a:srgbClr>
            </a:solidFill>
            <a:prstDash val="solid"/>
          </a:ln>
          <a:effectLst/>
        </p:spPr>
      </p:cxnSp>
      <p:sp>
        <p:nvSpPr>
          <p:cNvPr id="25" name=""/>
          <p:cNvSpPr/>
          <p:nvPr/>
        </p:nvSpPr>
        <p:spPr>
          <a:xfrm>
            <a:off x="2743203" y="4661549"/>
            <a:ext cx="123955" cy="11904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/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"/>
          <p:cNvSpPr/>
          <p:nvPr/>
        </p:nvSpPr>
        <p:spPr>
          <a:xfrm>
            <a:off x="2743204" y="3566160"/>
            <a:ext cx="696215" cy="32003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브랜드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"/>
          <p:cNvSpPr/>
          <p:nvPr/>
        </p:nvSpPr>
        <p:spPr>
          <a:xfrm>
            <a:off x="3373629" y="3566160"/>
            <a:ext cx="1113866" cy="3086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:::AMD:::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8" name=""/>
          <p:cNvSpPr/>
          <p:nvPr/>
        </p:nvSpPr>
        <p:spPr>
          <a:xfrm>
            <a:off x="4611455" y="3554731"/>
            <a:ext cx="696215" cy="32003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코어 수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"/>
          <p:cNvSpPr/>
          <p:nvPr/>
        </p:nvSpPr>
        <p:spPr>
          <a:xfrm>
            <a:off x="5307670" y="3554731"/>
            <a:ext cx="1250319" cy="308610"/>
          </a:xfrm>
          <a:prstGeom prst="rect">
            <a:avLst/>
          </a:prstGeom>
          <a:solidFill>
            <a:srgbClr val="dcdcdc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:::8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코어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:::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" name=""/>
          <p:cNvSpPr/>
          <p:nvPr/>
        </p:nvSpPr>
        <p:spPr>
          <a:xfrm>
            <a:off x="7014356" y="3600763"/>
            <a:ext cx="3512320" cy="27400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000000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Rounded Rectangle 4"/>
          <p:cNvSpPr/>
          <p:nvPr/>
        </p:nvSpPr>
        <p:spPr>
          <a:xfrm>
            <a:off x="10699096" y="3600763"/>
            <a:ext cx="857251" cy="274007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검색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카테고리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CPU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"/>
          <p:cNvSpPr/>
          <p:nvPr/>
        </p:nvSpPr>
        <p:spPr>
          <a:xfrm rot="16202347">
            <a:off x="11600259" y="2980009"/>
            <a:ext cx="827480" cy="34934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ef99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"/>
          <p:cNvSpPr/>
          <p:nvPr/>
        </p:nvSpPr>
        <p:spPr>
          <a:xfrm>
            <a:off x="11861530" y="2800350"/>
            <a:ext cx="327421" cy="78867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조립견적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97128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26795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200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1">
                <a:solidFill>
                  <a:srgbClr val="000000"/>
                </a:solidFill>
              </a:rPr>
              <a:t>CPU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62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820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748665" cy="2971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2743199" y="1097280"/>
            <a:ext cx="3699092" cy="356616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상품이미지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0" name=""/>
          <p:cNvSpPr/>
          <p:nvPr/>
        </p:nvSpPr>
        <p:spPr>
          <a:xfrm>
            <a:off x="6343561" y="4766310"/>
            <a:ext cx="2518252" cy="198882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//</a:t>
            </a:r>
            <a:r>
              <a:rPr lang="ko-KR" altLang="en-US">
                <a:solidFill>
                  <a:schemeClr val="dk1"/>
                </a:solidFill>
              </a:rPr>
              <a:t>누르면 장바구니에 담고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팝업창으로 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“</a:t>
            </a:r>
            <a:r>
              <a:rPr lang="ko-KR" altLang="en-US">
                <a:solidFill>
                  <a:schemeClr val="dk1"/>
                </a:solidFill>
              </a:rPr>
              <a:t>상품을 담았습니다</a:t>
            </a:r>
            <a:r>
              <a:rPr lang="en-US" altLang="ko-KR">
                <a:solidFill>
                  <a:schemeClr val="dk1"/>
                </a:solidFill>
              </a:rPr>
              <a:t>.</a:t>
            </a:r>
            <a:r>
              <a:rPr lang="ko-KR" altLang="en-US">
                <a:solidFill>
                  <a:schemeClr val="dk1"/>
                </a:solidFill>
              </a:rPr>
              <a:t> 장바구니로 이동하시겠습니까</a:t>
            </a:r>
            <a:r>
              <a:rPr lang="en-US" altLang="ko-KR">
                <a:solidFill>
                  <a:schemeClr val="dk1"/>
                </a:solidFill>
              </a:rPr>
              <a:t>?”</a:t>
            </a:r>
            <a:endParaRPr lang="en-US" altLang="ko-KR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출력됨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3" name=""/>
          <p:cNvSpPr/>
          <p:nvPr/>
        </p:nvSpPr>
        <p:spPr>
          <a:xfrm>
            <a:off x="6828932" y="1611630"/>
            <a:ext cx="3090952" cy="84582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[AMD] 5세대 라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맑은 고딕"/>
              </a:rPr>
              <a:t>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젠7 7800X3D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Calibri"/>
                <a:ea typeface="맑은 고딕"/>
                <a:cs typeface="Calibri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Calibri"/>
              <a:ea typeface="맑은 고딕"/>
              <a:cs typeface="Calibri"/>
            </a:endParaRPr>
          </a:p>
        </p:txBody>
      </p:sp>
      <p:sp>
        <p:nvSpPr>
          <p:cNvPr id="36" name=""/>
          <p:cNvSpPr/>
          <p:nvPr/>
        </p:nvSpPr>
        <p:spPr>
          <a:xfrm>
            <a:off x="6932676" y="2983230"/>
            <a:ext cx="498171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</a:t>
            </a:r>
            <a:endParaRPr xmlns:mc="http://schemas.openxmlformats.org/markup-compatibility/2006" xmlns:hp="http://schemas.haansoft.com/office/presentation/8.0" kumimoji="0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"/>
          <p:cNvSpPr/>
          <p:nvPr/>
        </p:nvSpPr>
        <p:spPr>
          <a:xfrm>
            <a:off x="7430847" y="2983230"/>
            <a:ext cx="195719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&lt;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"/>
          <p:cNvSpPr/>
          <p:nvPr/>
        </p:nvSpPr>
        <p:spPr>
          <a:xfrm>
            <a:off x="7626566" y="2983230"/>
            <a:ext cx="195719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&gt;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"/>
          <p:cNvSpPr/>
          <p:nvPr/>
        </p:nvSpPr>
        <p:spPr>
          <a:xfrm>
            <a:off x="6932676" y="3440430"/>
            <a:ext cx="889610" cy="220353"/>
          </a:xfrm>
          <a:prstGeom prst="rect">
            <a:avLst/>
          </a:prstGeom>
          <a:noFill/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567,800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Rounded Rectangle 4"/>
          <p:cNvSpPr/>
          <p:nvPr/>
        </p:nvSpPr>
        <p:spPr>
          <a:xfrm>
            <a:off x="9384983" y="4117984"/>
            <a:ext cx="1765056" cy="545456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 하기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6653680" y="4117984"/>
            <a:ext cx="1765056" cy="545456"/>
          </a:xfrm>
          <a:prstGeom prst="roundRect">
            <a:avLst>
              <a:gd name="adj" fmla="val 16667"/>
            </a:avLst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담기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카테고리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" name=""/>
          <p:cNvSpPr/>
          <p:nvPr/>
        </p:nvSpPr>
        <p:spPr>
          <a:xfrm rot="16202347">
            <a:off x="11600259" y="2980009"/>
            <a:ext cx="827480" cy="34934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ef99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4" name=""/>
          <p:cNvSpPr/>
          <p:nvPr/>
        </p:nvSpPr>
        <p:spPr>
          <a:xfrm>
            <a:off x="11861530" y="2800350"/>
            <a:ext cx="327421" cy="78867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조립견적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43580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014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000000"/>
                </a:solidFill>
              </a:rPr>
              <a:t>00COM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7999" y="182880"/>
            <a:ext cx="5053966" cy="300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로그인   |   회원가입   |   장바구니   |   마이페이지   |   고객센터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26795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0000"/>
                </a:solidFill>
              </a:rPr>
              <a:t>카테고리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2006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1">
                <a:solidFill>
                  <a:srgbClr val="000000"/>
                </a:solidFill>
              </a:rPr>
              <a:t>CPU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9296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메인보드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624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램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010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그래픽카드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82015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SSD/HDD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748665" cy="2971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케이스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0">
                <a:solidFill>
                  <a:srgbClr val="000000"/>
                </a:solidFill>
              </a:rPr>
              <a:t>파워</a:t>
            </a:r>
            <a:endParaRPr sz="1400" b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67690" cy="2971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0">
                <a:solidFill>
                  <a:srgbClr val="000000"/>
                </a:solidFill>
              </a:rPr>
              <a:t>기타</a:t>
            </a:r>
            <a:endParaRPr lang="ko-KR" altLang="en-US" sz="1400" b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" y="5760720"/>
            <a:ext cx="998220" cy="390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000" b="1">
                <a:solidFill>
                  <a:srgbClr val="000000"/>
                </a:solidFill>
              </a:rPr>
              <a:t>00COM</a:t>
            </a:r>
            <a:endParaRPr sz="2000" b="1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436816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대표 : 000  |  대표전화 : 0000-0000  |  사업자번호 : 00000000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주소 : 인천광역시 00구 00동 00 주식회사 00COM  |  FAX : 000-000-0000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개인정보보호 담당자 : 000  |  이메일 : 000@000.com</a:t>
            </a:r>
            <a:endParaRPr sz="1000" b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sz="1000" b="0">
                <a:solidFill>
                  <a:srgbClr val="000000"/>
                </a:solidFill>
              </a:rPr>
              <a:t>통신판매신고 : 제 0000호  |  개인정보보호배상책임보험 증권번호 00000-00</a:t>
            </a:r>
            <a:endParaRPr sz="1000" b="0">
              <a:solidFill>
                <a:srgbClr val="000000"/>
              </a:solidFill>
            </a:endParaRPr>
          </a:p>
        </p:txBody>
      </p:sp>
      <p:sp>
        <p:nvSpPr>
          <p:cNvPr id="17" name=""/>
          <p:cNvSpPr/>
          <p:nvPr/>
        </p:nvSpPr>
        <p:spPr>
          <a:xfrm>
            <a:off x="2752203" y="551823"/>
            <a:ext cx="3699092" cy="545456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상품이미지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40" name="Rounded Rectangle 4"/>
          <p:cNvSpPr/>
          <p:nvPr/>
        </p:nvSpPr>
        <p:spPr>
          <a:xfrm>
            <a:off x="9393986" y="551823"/>
            <a:ext cx="1765056" cy="545456"/>
          </a:xfrm>
          <a:prstGeom prst="roundRect">
            <a:avLst>
              <a:gd name="adj" fmla="val 16667"/>
            </a:avLst>
          </a:prstGeom>
          <a:solidFill>
            <a:srgbClr val="87cefa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결제 하기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Rounded Rectangle 4"/>
          <p:cNvSpPr/>
          <p:nvPr/>
        </p:nvSpPr>
        <p:spPr>
          <a:xfrm>
            <a:off x="6662684" y="551823"/>
            <a:ext cx="1765056" cy="545456"/>
          </a:xfrm>
          <a:prstGeom prst="roundRect">
            <a:avLst>
              <a:gd name="adj" fmla="val 16667"/>
            </a:avLst>
          </a:prstGeom>
          <a:solidFill>
            <a:srgbClr val="ffd700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anchor="ctr"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1400" b="1"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담기</a:t>
            </a:r>
            <a:endPara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"/>
          <p:cNvSpPr/>
          <p:nvPr/>
        </p:nvSpPr>
        <p:spPr>
          <a:xfrm>
            <a:off x="10276514" y="5976742"/>
            <a:ext cx="1912437" cy="88125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카테고리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상품페이지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상세정보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43" name=""/>
          <p:cNvGraphicFramePr>
            <a:graphicFrameLocks noGrp="1"/>
          </p:cNvGraphicFramePr>
          <p:nvPr/>
        </p:nvGraphicFramePr>
        <p:xfrm>
          <a:off x="2752203" y="1722120"/>
          <a:ext cx="8406838" cy="308991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919210"/>
                <a:gridCol w="809440"/>
                <a:gridCol w="1632705"/>
                <a:gridCol w="4045482"/>
              </a:tblGrid>
              <a:tr h="5149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제조사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rgbClr val="dae4f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AMD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rgbClr val="dae4f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CPU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종류</a:t>
                      </a: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rgbClr val="dae4f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라이젠7-5세대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solidFill>
                      <a:srgbClr val="dae4f1"/>
                    </a:solidFill>
                  </a:tcPr>
                </a:tc>
              </a:tr>
              <a:tr h="5149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코어 수</a:t>
                      </a:r>
                      <a:endParaRPr lang="ko-KR" altLang="en-US" b="1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8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지원 메모리</a:t>
                      </a:r>
                      <a:endParaRPr lang="ko-KR" altLang="en-US" b="1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DDR5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149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내장그래픽 유무</a:t>
                      </a:r>
                      <a:endParaRPr lang="ko-KR" altLang="en-US" b="1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클럭</a:t>
                      </a:r>
                      <a:endParaRPr lang="ko-KR" altLang="en-US" b="1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4.2GHz </a:t>
                      </a:r>
                      <a:r>
                        <a:rPr lang="en-US" altLang="ko-KR"/>
                        <a:t>~</a:t>
                      </a:r>
                      <a:r>
                        <a:rPr lang="ko-KR" altLang="en-US"/>
                        <a:t> 5.0GHz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149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소비전력</a:t>
                      </a:r>
                      <a:endParaRPr lang="ko-KR" altLang="en-US" b="1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162W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쿨러 유무</a:t>
                      </a:r>
                      <a:endParaRPr lang="ko-KR" altLang="en-US" b="1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5149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149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...</a:t>
                      </a: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44" name=""/>
          <p:cNvSpPr/>
          <p:nvPr/>
        </p:nvSpPr>
        <p:spPr>
          <a:xfrm>
            <a:off x="5403558" y="1340643"/>
            <a:ext cx="2518252" cy="38147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스펙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5" name=""/>
          <p:cNvSpPr/>
          <p:nvPr/>
        </p:nvSpPr>
        <p:spPr>
          <a:xfrm>
            <a:off x="2565559" y="483870"/>
            <a:ext cx="9346406" cy="228600"/>
          </a:xfrm>
          <a:prstGeom prst="rect">
            <a:avLst/>
          </a:prstGeom>
          <a:solidFill>
            <a:schemeClr val="bg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6" name=""/>
          <p:cNvSpPr/>
          <p:nvPr/>
        </p:nvSpPr>
        <p:spPr>
          <a:xfrm rot="16202347">
            <a:off x="11600259" y="2980009"/>
            <a:ext cx="827480" cy="34934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ef99">
              <a:alpha val="100000"/>
            </a:srgbClr>
          </a:solidFill>
          <a:ln w="9525" cap="flat" cmpd="sng" algn="ctr">
            <a:solidFill>
              <a:srgbClr val="4a7ebb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7" name=""/>
          <p:cNvSpPr/>
          <p:nvPr/>
        </p:nvSpPr>
        <p:spPr>
          <a:xfrm>
            <a:off x="11861530" y="2800350"/>
            <a:ext cx="327421" cy="78867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조립견적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7939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1982</ep:Words>
  <ep:PresentationFormat>On-screen Show (4:3)</ep:PresentationFormat>
  <ep:Paragraphs>848</ep:Paragraphs>
  <ep:Slides>28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ep:HeadingPairs>
  <ep:TitlesOfParts>
    <vt:vector size="29" baseType="lpstr">
      <vt:lpstr>Office Theme</vt:lpstr>
      <vt:lpstr>PC 부품 판매 사이트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sjhjk</cp:lastModifiedBy>
  <dcterms:modified xsi:type="dcterms:W3CDTF">2025-04-30T19:27:59.365</dcterms:modified>
  <cp:revision>123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