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 ?><Relationships xmlns="http://schemas.openxmlformats.org/package/2006/relationships"><Relationship Id="rId1" Type="http://schemas.openxmlformats.org/officeDocument/2006/relationships/officeDocument" Target="ppt/presentation.xml"  /><Relationship Id="rId2" Type="http://schemas.openxmlformats.org/package/2006/relationships/metadata/thumbnail" Target="docProps/thumbnail.jpeg"  /><Relationship Id="rId3" Type="http://schemas.openxmlformats.org/package/2006/relationships/metadata/core-properties" Target="docProps/core.xml"  /><Relationship Id="rId4" Type="http://schemas.openxmlformats.org/officeDocument/2006/relationships/extended-properties" Target="docProps/app.xml"  /><Relationship Id="rId5" Type="http://schemas.openxmlformats.org/officeDocument/2006/relationships/custom-properties" Target="docProps/custom.xml"  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autoCompressPictures="0">
  <p:sldMasterIdLst>
    <p:sldMasterId id="2147483648" r:id="rId1"/>
  </p:sldMasterIdLst>
  <p:sldIdLst>
    <p:sldId id="278" r:id="rId2"/>
    <p:sldId id="277" r:id="rId3"/>
    <p:sldId id="256" r:id="rId4"/>
    <p:sldId id="279" r:id="rId5"/>
    <p:sldId id="281" r:id="rId6"/>
    <p:sldId id="280" r:id="rId7"/>
    <p:sldId id="282" r:id="rId8"/>
    <p:sldId id="283" r:id="rId9"/>
    <p:sldId id="257" r:id="rId10"/>
    <p:sldId id="258" r:id="rId11"/>
    <p:sldId id="259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70" r:id="rId21"/>
    <p:sldId id="272" r:id="rId22"/>
    <p:sldId id="271" r:id="rId23"/>
    <p:sldId id="273" r:id="rId24"/>
    <p:sldId id="274" r:id="rId25"/>
    <p:sldId id="275" r:id="rId26"/>
    <p:sldId id="276" r:id="rId2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id="{6FB2025E-B96C-4320-BCB6-995E48A18154}" name="기본 구역">
          <p14:sldIdLst>
            <p14:sldId id="278"/>
            <p14:sldId id="277"/>
            <p14:sldId id="256"/>
            <p14:sldId id="279"/>
            <p14:sldId id="281"/>
            <p14:sldId id="280"/>
            <p14:sldId id="282"/>
            <p14:sldId id="283"/>
            <p14:sldId id="257"/>
            <p14:sldId id="258"/>
          </p14:sldIdLst>
        </p14:section>
        <p14:section id="{F80E2E27-E81D-458B-A5B6-0A36EB592F6F}" name="제목 없는 구역">
          <p14:sldIdLst>
            <p14:sldId id="259"/>
            <p14:sldId id="261"/>
            <p14:sldId id="262"/>
            <p14:sldId id="263"/>
          </p14:sldIdLst>
        </p14:section>
        <p14:section id="{E0A2EC55-6289-472E-BD3D-18A63F6E94B1}" name="제목 없는 구역">
          <p14:sldIdLst>
            <p14:sldId id="264"/>
            <p14:sldId id="265"/>
            <p14:sldId id="266"/>
            <p14:sldId id="267"/>
            <p14:sldId id="268"/>
            <p14:sldId id="270"/>
            <p14:sldId id="272"/>
            <p14:sldId id="271"/>
            <p14:sldId id="273"/>
            <p14:sldId id="274"/>
            <p14:sldId id="275"/>
            <p14:sldId id="276"/>
          </p14:sldIdLst>
        </p14:section>
      </p14:sectionLst>
    </p:ext>
  </p:extLst>
</p:presentation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prnPr scaleToFitPaper="1"/>
</p:presentationPr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def="{5C22544A-7EE6-4342-B048-85BDC9FD1C3A}">
  <a:tblStyle styleId="{01A66EDD-3DAB-4C5B-A090-DC80EC1FD486}" styleName="Normal Style 1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lum val="9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lum val="8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lum val="8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0" d="100"/>
          <a:sy n="100" d="100"/>
        </p:scale>
        <p:origin x="-1512" y="-112"/>
      </p:cViewPr>
      <p:guideLst>
        <p:guide orient="horz" pos="2157"/>
        <p:guide pos="3836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 ?><Relationships xmlns="http://schemas.openxmlformats.org/package/2006/relationships"><Relationship Id="rId1" Type="http://schemas.openxmlformats.org/officeDocument/2006/relationships/slideMaster" Target="slideMasters/slideMaster1.xml"  /><Relationship Id="rId10" Type="http://schemas.openxmlformats.org/officeDocument/2006/relationships/slide" Target="slides/slide9.xml"  /><Relationship Id="rId11" Type="http://schemas.openxmlformats.org/officeDocument/2006/relationships/slide" Target="slides/slide10.xml"  /><Relationship Id="rId12" Type="http://schemas.openxmlformats.org/officeDocument/2006/relationships/slide" Target="slides/slide11.xml"  /><Relationship Id="rId13" Type="http://schemas.openxmlformats.org/officeDocument/2006/relationships/slide" Target="slides/slide12.xml"  /><Relationship Id="rId14" Type="http://schemas.openxmlformats.org/officeDocument/2006/relationships/slide" Target="slides/slide13.xml"  /><Relationship Id="rId15" Type="http://schemas.openxmlformats.org/officeDocument/2006/relationships/slide" Target="slides/slide14.xml"  /><Relationship Id="rId16" Type="http://schemas.openxmlformats.org/officeDocument/2006/relationships/slide" Target="slides/slide15.xml"  /><Relationship Id="rId17" Type="http://schemas.openxmlformats.org/officeDocument/2006/relationships/slide" Target="slides/slide16.xml"  /><Relationship Id="rId18" Type="http://schemas.openxmlformats.org/officeDocument/2006/relationships/slide" Target="slides/slide17.xml"  /><Relationship Id="rId19" Type="http://schemas.openxmlformats.org/officeDocument/2006/relationships/slide" Target="slides/slide18.xml"  /><Relationship Id="rId2" Type="http://schemas.openxmlformats.org/officeDocument/2006/relationships/slide" Target="slides/slide1.xml"  /><Relationship Id="rId20" Type="http://schemas.openxmlformats.org/officeDocument/2006/relationships/slide" Target="slides/slide19.xml"  /><Relationship Id="rId21" Type="http://schemas.openxmlformats.org/officeDocument/2006/relationships/slide" Target="slides/slide20.xml"  /><Relationship Id="rId22" Type="http://schemas.openxmlformats.org/officeDocument/2006/relationships/slide" Target="slides/slide21.xml"  /><Relationship Id="rId23" Type="http://schemas.openxmlformats.org/officeDocument/2006/relationships/slide" Target="slides/slide22.xml"  /><Relationship Id="rId24" Type="http://schemas.openxmlformats.org/officeDocument/2006/relationships/slide" Target="slides/slide23.xml"  /><Relationship Id="rId25" Type="http://schemas.openxmlformats.org/officeDocument/2006/relationships/slide" Target="slides/slide24.xml"  /><Relationship Id="rId26" Type="http://schemas.openxmlformats.org/officeDocument/2006/relationships/slide" Target="slides/slide25.xml"  /><Relationship Id="rId27" Type="http://schemas.openxmlformats.org/officeDocument/2006/relationships/slide" Target="slides/slide26.xml"  /><Relationship Id="rId28" Type="http://schemas.openxmlformats.org/officeDocument/2006/relationships/presProps" Target="presProps.xml"  /><Relationship Id="rId29" Type="http://schemas.openxmlformats.org/officeDocument/2006/relationships/viewProps" Target="viewProps.xml"  /><Relationship Id="rId3" Type="http://schemas.openxmlformats.org/officeDocument/2006/relationships/slide" Target="slides/slide2.xml"  /><Relationship Id="rId30" Type="http://schemas.openxmlformats.org/officeDocument/2006/relationships/theme" Target="theme/theme1.xml"  /><Relationship Id="rId31" Type="http://schemas.openxmlformats.org/officeDocument/2006/relationships/tableStyles" Target="tableStyles.xml"  /><Relationship Id="rId4" Type="http://schemas.openxmlformats.org/officeDocument/2006/relationships/slide" Target="slides/slide3.xml"  /><Relationship Id="rId5" Type="http://schemas.openxmlformats.org/officeDocument/2006/relationships/slide" Target="slides/slide4.xml"  /><Relationship Id="rId6" Type="http://schemas.openxmlformats.org/officeDocument/2006/relationships/slide" Target="slides/slide5.xml"  /><Relationship Id="rId7" Type="http://schemas.openxmlformats.org/officeDocument/2006/relationships/slide" Target="slides/slide6.xml"  /><Relationship Id="rId8" Type="http://schemas.openxmlformats.org/officeDocument/2006/relationships/slide" Target="slides/slide7.xml"  /><Relationship Id="rId9" Type="http://schemas.openxmlformats.org/officeDocument/2006/relationships/slide" Target="slides/slide8.xml"  /></Relationships>
</file>

<file path=ppt/slideLayouts/_rels/slideLayout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3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4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5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6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7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8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9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0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10" Type="http://schemas.openxmlformats.org/officeDocument/2006/relationships/slideLayout" Target="../slideLayouts/slideLayout10.xml"  /><Relationship Id="rId11" Type="http://schemas.openxmlformats.org/officeDocument/2006/relationships/slideLayout" Target="../slideLayouts/slideLayout11.xml"  /><Relationship Id="rId12" Type="http://schemas.openxmlformats.org/officeDocument/2006/relationships/theme" Target="../theme/theme1.xml"  /><Relationship Id="rId2" Type="http://schemas.openxmlformats.org/officeDocument/2006/relationships/slideLayout" Target="../slideLayouts/slideLayout2.xml"  /><Relationship Id="rId3" Type="http://schemas.openxmlformats.org/officeDocument/2006/relationships/slideLayout" Target="../slideLayouts/slideLayout3.xml"  /><Relationship Id="rId4" Type="http://schemas.openxmlformats.org/officeDocument/2006/relationships/slideLayout" Target="../slideLayouts/slideLayout4.xml"  /><Relationship Id="rId5" Type="http://schemas.openxmlformats.org/officeDocument/2006/relationships/slideLayout" Target="../slideLayouts/slideLayout5.xml"  /><Relationship Id="rId6" Type="http://schemas.openxmlformats.org/officeDocument/2006/relationships/slideLayout" Target="../slideLayouts/slideLayout6.xml"  /><Relationship Id="rId7" Type="http://schemas.openxmlformats.org/officeDocument/2006/relationships/slideLayout" Target="../slideLayouts/slideLayout7.xml"  /><Relationship Id="rId8" Type="http://schemas.openxmlformats.org/officeDocument/2006/relationships/slideLayout" Target="../slideLayouts/slideLayout8.xml"  /><Relationship Id="rId9" Type="http://schemas.openxmlformats.org/officeDocument/2006/relationships/slideLayout" Target="../slideLayouts/slideLayout9.xml" 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/Relationships>
</file>

<file path=ppt/slides/_rels/slide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/Relationships>
</file>

<file path=ppt/slides/_rels/slide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/Relationships>
</file>

<file path=ppt/slides/_rels/slide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/Relationships>
</file>

<file path=ppt/slides/_rels/slide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/Relationships>
</file>

<file path=ppt/slides/_rels/slide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/Relationships>
</file>

<file path=ppt/slides/_rels/slide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/Relationships>
</file>

<file path=ppt/slides/_rels/slide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/Relationships>
</file>

<file path=ppt/slides/_rels/slide9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/Relationships>
</file>

<file path=ppt/slides/_rels/slide10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/Relationships>
</file>

<file path=ppt/slides/_rels/slide1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/Relationships>
</file>

<file path=ppt/slides/_rels/slide1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/Relationships>
</file>

<file path=ppt/slides/_rels/slide1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/Relationships>
</file>

<file path=ppt/slides/_rels/slide1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/Relationships>
</file>

<file path=ppt/slides/_rels/slide1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/Relationships>
</file>

<file path=ppt/slides/_rels/slide1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/Relationships>
</file>

<file path=ppt/slides/_rels/slide1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/Relationships>
</file>

<file path=ppt/slides/_rels/slide1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/Relationships>
</file>

<file path=ppt/slides/_rels/slide19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/Relationships>
</file>

<file path=ppt/slides/_rels/slide20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/Relationships>
</file>

<file path=ppt/slides/_rels/slide2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/Relationships>
</file>

<file path=ppt/slides/_rels/slide2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/Relationships>
</file>

<file path=ppt/slides/_rels/slide2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/Relationships>
</file>

<file path=ppt/slides/_rels/slide2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/Relationships>
</file>

<file path=ppt/slides/_rels/slide2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/Relationships>
</file>

<file path=ppt/slides/_rels/slide2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/Relationships>
</file>

<file path=ppt/slides/slide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 idx="0"/>
          </p:nvPr>
        </p:nvSpPr>
        <p:spPr>
          <a:xfrm>
            <a:off x="1523619" y="3158419"/>
            <a:ext cx="9141714" cy="1598034"/>
          </a:xfrm>
        </p:spPr>
        <p:txBody>
          <a:bodyPr>
            <a:normAutofit/>
          </a:bodyPr>
          <a:lstStyle/>
          <a:p>
            <a:pPr lvl="0">
              <a:defRPr/>
            </a:pPr>
            <a:r>
              <a:rPr lang="en-US" altLang="ko-KR" sz="2000"/>
              <a:t>PC</a:t>
            </a:r>
            <a:r>
              <a:rPr lang="ko-KR" altLang="en-US" sz="2000"/>
              <a:t> 부품 판매 사이트</a:t>
            </a:r>
            <a:endParaRPr lang="ko-KR" altLang="en-US" sz="200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3618" y="1767161"/>
            <a:ext cx="9141714" cy="950870"/>
          </a:xfrm>
        </p:spPr>
        <p:txBody>
          <a:bodyPr>
            <a:normAutofit lnSpcReduction="10000"/>
          </a:bodyPr>
          <a:lstStyle/>
          <a:p>
            <a:pPr lvl="0">
              <a:defRPr/>
            </a:pPr>
            <a:r>
              <a:rPr sz="6000" b="1">
                <a:solidFill>
                  <a:srgbClr val="000000"/>
                </a:solidFill>
              </a:rPr>
              <a:t>00COM</a:t>
            </a:r>
            <a:endParaRPr lang="en-US" altLang="ko-KR" sz="6000" b="1" i="0">
              <a:solidFill>
                <a:srgbClr val="000000"/>
              </a:solidFill>
              <a:latin typeface="ui-sans-serif"/>
            </a:endParaRPr>
          </a:p>
        </p:txBody>
      </p:sp>
    </p:spTree>
    <p:extLst>
      <p:ext uri="{BB962C8B-B14F-4D97-AF65-F5344CB8AC3E}">
        <p14:creationId xmlns:p14="http://schemas.microsoft.com/office/powerpoint/2010/main" val="27626949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>
            <a:off x="5340435" y="473640"/>
            <a:ext cx="1508082" cy="359340"/>
          </a:xfrm>
          <a:prstGeom prst="rect">
            <a:avLst/>
          </a:prstGeom>
          <a:solidFill>
            <a:srgbClr val="f0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pPr algn="ctr">
              <a:defRPr/>
            </a:pPr>
            <a:r>
              <a:rPr lang="ko-KR" altLang="en-US">
                <a:solidFill>
                  <a:schemeClr val="dk1"/>
                </a:solidFill>
              </a:rPr>
              <a:t>메인화면</a:t>
            </a:r>
            <a:endParaRPr lang="ko-KR" altLang="en-US">
              <a:solidFill>
                <a:schemeClr val="dk1"/>
              </a:solidFill>
            </a:endParaRPr>
          </a:p>
        </p:txBody>
      </p:sp>
      <p:sp>
        <p:nvSpPr>
          <p:cNvPr id="6" name=""/>
          <p:cNvSpPr/>
          <p:nvPr/>
        </p:nvSpPr>
        <p:spPr>
          <a:xfrm>
            <a:off x="5114444" y="1513298"/>
            <a:ext cx="1162311" cy="359340"/>
          </a:xfrm>
          <a:prstGeom prst="rect">
            <a:avLst/>
          </a:prstGeom>
          <a:solidFill>
            <a:srgbClr val="f0f8ff">
              <a:alpha val="100000"/>
            </a:srgbClr>
          </a:solidFill>
          <a:ln w="9525" cap="flat" cmpd="sng" algn="ctr">
            <a:solidFill>
              <a:srgbClr val="4a7ebb">
                <a:alpha val="100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/>
          <a:p>
            <a:pPr marL="0" indent="0" algn="ctr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로그인</a:t>
            </a:r>
            <a:endPara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8" name=""/>
          <p:cNvSpPr/>
          <p:nvPr/>
        </p:nvSpPr>
        <p:spPr>
          <a:xfrm>
            <a:off x="6525972" y="1513298"/>
            <a:ext cx="1162311" cy="359340"/>
          </a:xfrm>
          <a:prstGeom prst="rect">
            <a:avLst/>
          </a:prstGeom>
          <a:solidFill>
            <a:srgbClr val="f0f8ff">
              <a:alpha val="100000"/>
            </a:srgbClr>
          </a:solidFill>
          <a:ln w="9525" cap="flat" cmpd="sng" algn="ctr">
            <a:solidFill>
              <a:srgbClr val="4a7ebb">
                <a:alpha val="100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/>
          <a:p>
            <a:pPr marL="0" indent="0" algn="ctr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회원가입</a:t>
            </a:r>
            <a:endPara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9" name=""/>
          <p:cNvSpPr/>
          <p:nvPr/>
        </p:nvSpPr>
        <p:spPr>
          <a:xfrm>
            <a:off x="7924450" y="1513298"/>
            <a:ext cx="1162311" cy="359340"/>
          </a:xfrm>
          <a:prstGeom prst="rect">
            <a:avLst/>
          </a:prstGeom>
          <a:solidFill>
            <a:srgbClr val="cdf2e4">
              <a:alpha val="100000"/>
            </a:srgbClr>
          </a:solidFill>
          <a:ln w="9525" cap="flat" cmpd="sng" algn="ctr">
            <a:solidFill>
              <a:srgbClr val="4a7ebb">
                <a:alpha val="100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/>
          <a:p>
            <a:pPr marL="0" indent="0" algn="ctr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장바구니</a:t>
            </a:r>
            <a:endPara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10" name=""/>
          <p:cNvSpPr/>
          <p:nvPr/>
        </p:nvSpPr>
        <p:spPr>
          <a:xfrm>
            <a:off x="9296834" y="1513298"/>
            <a:ext cx="1423139" cy="359340"/>
          </a:xfrm>
          <a:prstGeom prst="rect">
            <a:avLst/>
          </a:prstGeom>
          <a:solidFill>
            <a:srgbClr val="f0f8ff">
              <a:alpha val="100000"/>
            </a:srgbClr>
          </a:solidFill>
          <a:ln w="9525" cap="flat" cmpd="sng" algn="ctr">
            <a:solidFill>
              <a:srgbClr val="4a7ebb">
                <a:alpha val="100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/>
          <a:p>
            <a:pPr marL="0" indent="0" algn="ctr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마이페이지</a:t>
            </a:r>
            <a:endPara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11" name=""/>
          <p:cNvSpPr/>
          <p:nvPr/>
        </p:nvSpPr>
        <p:spPr>
          <a:xfrm>
            <a:off x="10892858" y="1513298"/>
            <a:ext cx="1162311" cy="359340"/>
          </a:xfrm>
          <a:prstGeom prst="rect">
            <a:avLst/>
          </a:prstGeom>
          <a:solidFill>
            <a:srgbClr val="f0f8ff">
              <a:alpha val="100000"/>
            </a:srgbClr>
          </a:solidFill>
          <a:ln w="9525" cap="flat" cmpd="sng" algn="ctr">
            <a:solidFill>
              <a:srgbClr val="4a7ebb">
                <a:alpha val="100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/>
          <a:p>
            <a:pPr marL="0" indent="0" algn="ctr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고객센터</a:t>
            </a:r>
            <a:endPara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12" name=""/>
          <p:cNvSpPr/>
          <p:nvPr/>
        </p:nvSpPr>
        <p:spPr>
          <a:xfrm>
            <a:off x="1698231" y="1513298"/>
            <a:ext cx="1162311" cy="359340"/>
          </a:xfrm>
          <a:prstGeom prst="rect">
            <a:avLst/>
          </a:prstGeom>
          <a:solidFill>
            <a:srgbClr val="f0f8ff">
              <a:alpha val="100000"/>
            </a:srgbClr>
          </a:solidFill>
          <a:ln w="9525" cap="flat" cmpd="sng" algn="ctr">
            <a:solidFill>
              <a:srgbClr val="4a7ebb">
                <a:alpha val="100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/>
          <a:p>
            <a:pPr marL="0" indent="0" algn="ctr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카테고리</a:t>
            </a:r>
            <a:endPara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13" name=""/>
          <p:cNvSpPr/>
          <p:nvPr/>
        </p:nvSpPr>
        <p:spPr>
          <a:xfrm>
            <a:off x="1698231" y="2616374"/>
            <a:ext cx="1162311" cy="359340"/>
          </a:xfrm>
          <a:prstGeom prst="rect">
            <a:avLst/>
          </a:prstGeom>
          <a:solidFill>
            <a:srgbClr val="f0f8ff">
              <a:alpha val="100000"/>
            </a:srgbClr>
          </a:solidFill>
          <a:ln w="9525" cap="flat" cmpd="sng" algn="ctr">
            <a:solidFill>
              <a:srgbClr val="4a7ebb">
                <a:alpha val="100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/>
          <a:p>
            <a:pPr marL="0" indent="0" algn="ctr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상품종류</a:t>
            </a:r>
            <a:endPara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14" name=""/>
          <p:cNvSpPr/>
          <p:nvPr/>
        </p:nvSpPr>
        <p:spPr>
          <a:xfrm>
            <a:off x="1567817" y="4041612"/>
            <a:ext cx="1423139" cy="359340"/>
          </a:xfrm>
          <a:prstGeom prst="rect">
            <a:avLst/>
          </a:prstGeom>
          <a:solidFill>
            <a:srgbClr val="f0f8ff">
              <a:alpha val="100000"/>
            </a:srgbClr>
          </a:solidFill>
          <a:ln w="9525" cap="flat" cmpd="sng" algn="ctr">
            <a:solidFill>
              <a:srgbClr val="4a7ebb">
                <a:alpha val="100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/>
          <a:p>
            <a:pPr marL="0" indent="0" algn="ctr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상품페이지</a:t>
            </a:r>
            <a:endPara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15" name=""/>
          <p:cNvSpPr/>
          <p:nvPr/>
        </p:nvSpPr>
        <p:spPr>
          <a:xfrm>
            <a:off x="5114444" y="5421414"/>
            <a:ext cx="1162311" cy="359340"/>
          </a:xfrm>
          <a:prstGeom prst="rect">
            <a:avLst/>
          </a:prstGeom>
          <a:solidFill>
            <a:srgbClr val="f0f8ff">
              <a:alpha val="100000"/>
            </a:srgbClr>
          </a:solidFill>
          <a:ln w="9525" cap="flat" cmpd="sng" algn="ctr">
            <a:solidFill>
              <a:srgbClr val="4a7ebb">
                <a:alpha val="100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/>
          <a:p>
            <a:pPr marL="0" indent="0" algn="ctr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주문</a:t>
            </a:r>
            <a:endPara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cxnSp>
        <p:nvCxnSpPr>
          <p:cNvPr id="18" name=""/>
          <p:cNvCxnSpPr>
            <a:stCxn id="2" idx="2"/>
            <a:endCxn id="12" idx="0"/>
          </p:cNvCxnSpPr>
          <p:nvPr/>
        </p:nvCxnSpPr>
        <p:spPr>
          <a:xfrm rot="5400000">
            <a:off x="3846779" y="-734401"/>
            <a:ext cx="680308" cy="3815092"/>
          </a:xfrm>
          <a:prstGeom prst="bentConnector3">
            <a:avLst>
              <a:gd name="adj1" fmla="val 50000"/>
            </a:avLst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"/>
          <p:cNvCxnSpPr>
            <a:stCxn id="2" idx="2"/>
            <a:endCxn id="11" idx="0"/>
          </p:cNvCxnSpPr>
          <p:nvPr/>
        </p:nvCxnSpPr>
        <p:spPr>
          <a:xfrm rot="5400000" flipV="1">
            <a:off x="8444103" y="-1516612"/>
            <a:ext cx="680318" cy="5379504"/>
          </a:xfrm>
          <a:prstGeom prst="bentConnector3">
            <a:avLst>
              <a:gd name="adj1" fmla="val 50000"/>
            </a:avLst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"/>
          <p:cNvCxnSpPr>
            <a:stCxn id="2" idx="2"/>
            <a:endCxn id="6" idx="0"/>
          </p:cNvCxnSpPr>
          <p:nvPr/>
        </p:nvCxnSpPr>
        <p:spPr>
          <a:xfrm rot="5400000">
            <a:off x="5554884" y="973696"/>
            <a:ext cx="680317" cy="398886"/>
          </a:xfrm>
          <a:prstGeom prst="bentConnector3">
            <a:avLst>
              <a:gd name="adj1" fmla="val 50000"/>
            </a:avLst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"/>
          <p:cNvCxnSpPr>
            <a:stCxn id="2" idx="2"/>
            <a:endCxn id="10" idx="0"/>
          </p:cNvCxnSpPr>
          <p:nvPr/>
        </p:nvCxnSpPr>
        <p:spPr>
          <a:xfrm rot="5400000" flipV="1">
            <a:off x="7711252" y="-783852"/>
            <a:ext cx="680319" cy="3913984"/>
          </a:xfrm>
          <a:prstGeom prst="bentConnector3">
            <a:avLst>
              <a:gd name="adj1" fmla="val 50000"/>
            </a:avLst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"/>
          <p:cNvCxnSpPr>
            <a:stCxn id="2" idx="2"/>
            <a:endCxn id="9" idx="0"/>
          </p:cNvCxnSpPr>
          <p:nvPr/>
        </p:nvCxnSpPr>
        <p:spPr>
          <a:xfrm rot="5400000" flipV="1">
            <a:off x="6959874" y="-32433"/>
            <a:ext cx="680318" cy="2411145"/>
          </a:xfrm>
          <a:prstGeom prst="bentConnector3">
            <a:avLst>
              <a:gd name="adj1" fmla="val 50000"/>
            </a:avLst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"/>
          <p:cNvCxnSpPr>
            <a:stCxn id="2" idx="2"/>
            <a:endCxn id="8" idx="0"/>
          </p:cNvCxnSpPr>
          <p:nvPr/>
        </p:nvCxnSpPr>
        <p:spPr>
          <a:xfrm rot="5400000" flipV="1">
            <a:off x="6260642" y="666813"/>
            <a:ext cx="680318" cy="1012653"/>
          </a:xfrm>
          <a:prstGeom prst="bentConnector3">
            <a:avLst>
              <a:gd name="adj1" fmla="val 50000"/>
            </a:avLst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"/>
          <p:cNvCxnSpPr>
            <a:stCxn id="12" idx="2"/>
            <a:endCxn id="13" idx="0"/>
          </p:cNvCxnSpPr>
          <p:nvPr/>
        </p:nvCxnSpPr>
        <p:spPr>
          <a:xfrm rot="16200000" flipH="1" flipV="1">
            <a:off x="1907519" y="2244506"/>
            <a:ext cx="743735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"/>
          <p:cNvCxnSpPr>
            <a:stCxn id="13" idx="2"/>
            <a:endCxn id="14" idx="0"/>
          </p:cNvCxnSpPr>
          <p:nvPr/>
        </p:nvCxnSpPr>
        <p:spPr>
          <a:xfrm rot="16200000" flipH="1">
            <a:off x="1746438" y="3508664"/>
            <a:ext cx="1065897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"/>
          <p:cNvSpPr/>
          <p:nvPr/>
        </p:nvSpPr>
        <p:spPr>
          <a:xfrm>
            <a:off x="3675079" y="2616374"/>
            <a:ext cx="1162311" cy="359340"/>
          </a:xfrm>
          <a:prstGeom prst="rect">
            <a:avLst/>
          </a:prstGeom>
          <a:solidFill>
            <a:srgbClr val="69d8ad">
              <a:alpha val="100000"/>
            </a:srgbClr>
          </a:solidFill>
          <a:ln w="9525" cap="flat" cmpd="sng" algn="ctr">
            <a:solidFill>
              <a:srgbClr val="4a7ebb">
                <a:alpha val="100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/>
          <a:p>
            <a:pPr marL="0" indent="0" algn="ctr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관리자</a:t>
            </a:r>
            <a:endPara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28" name=""/>
          <p:cNvSpPr/>
          <p:nvPr/>
        </p:nvSpPr>
        <p:spPr>
          <a:xfrm>
            <a:off x="5114441" y="2616374"/>
            <a:ext cx="1162311" cy="359340"/>
          </a:xfrm>
          <a:prstGeom prst="rect">
            <a:avLst/>
          </a:prstGeom>
          <a:solidFill>
            <a:srgbClr val="ffd700">
              <a:alpha val="100000"/>
            </a:srgbClr>
          </a:solidFill>
          <a:ln w="9525" cap="flat" cmpd="sng" algn="ctr">
            <a:solidFill>
              <a:srgbClr val="4a7ebb">
                <a:alpha val="100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/>
          <a:p>
            <a:pPr marL="0" indent="0" algn="ctr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회원</a:t>
            </a:r>
            <a:endPara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cxnSp>
        <p:nvCxnSpPr>
          <p:cNvPr id="29" name=""/>
          <p:cNvCxnSpPr>
            <a:stCxn id="6" idx="2"/>
            <a:endCxn id="28" idx="0"/>
          </p:cNvCxnSpPr>
          <p:nvPr/>
        </p:nvCxnSpPr>
        <p:spPr>
          <a:xfrm rot="16200000" flipH="1" flipV="1">
            <a:off x="5323730" y="2244505"/>
            <a:ext cx="743735" cy="3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"/>
          <p:cNvCxnSpPr>
            <a:stCxn id="6" idx="2"/>
            <a:endCxn id="27" idx="0"/>
          </p:cNvCxnSpPr>
          <p:nvPr/>
        </p:nvCxnSpPr>
        <p:spPr>
          <a:xfrm rot="5400000">
            <a:off x="4604049" y="1524824"/>
            <a:ext cx="743735" cy="1439365"/>
          </a:xfrm>
          <a:prstGeom prst="bentConnector3">
            <a:avLst>
              <a:gd name="adj1" fmla="val 50000"/>
            </a:avLst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"/>
          <p:cNvCxnSpPr>
            <a:stCxn id="8" idx="2"/>
            <a:endCxn id="28" idx="3"/>
          </p:cNvCxnSpPr>
          <p:nvPr/>
        </p:nvCxnSpPr>
        <p:spPr>
          <a:xfrm rot="5400000">
            <a:off x="6230237" y="1919154"/>
            <a:ext cx="923405" cy="830375"/>
          </a:xfrm>
          <a:prstGeom prst="bentConnector2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"/>
          <p:cNvSpPr/>
          <p:nvPr/>
        </p:nvSpPr>
        <p:spPr>
          <a:xfrm>
            <a:off x="7924463" y="2616375"/>
            <a:ext cx="1162311" cy="359340"/>
          </a:xfrm>
          <a:prstGeom prst="rect">
            <a:avLst/>
          </a:prstGeom>
          <a:solidFill>
            <a:srgbClr val="f0f8ff">
              <a:alpha val="100000"/>
            </a:srgbClr>
          </a:solidFill>
          <a:ln w="9525" cap="flat" cmpd="sng" algn="ctr">
            <a:solidFill>
              <a:srgbClr val="4a7ebb">
                <a:alpha val="100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/>
          <a:p>
            <a:pPr marL="0" indent="0" algn="ctr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회원정보</a:t>
            </a:r>
            <a:endPara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cxnSp>
        <p:nvCxnSpPr>
          <p:cNvPr id="39" name=""/>
          <p:cNvCxnSpPr>
            <a:stCxn id="10" idx="1"/>
            <a:endCxn id="9" idx="3"/>
          </p:cNvCxnSpPr>
          <p:nvPr/>
        </p:nvCxnSpPr>
        <p:spPr>
          <a:xfrm rot="10800000">
            <a:off x="9086762" y="1692969"/>
            <a:ext cx="210072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"/>
          <p:cNvSpPr/>
          <p:nvPr/>
        </p:nvSpPr>
        <p:spPr>
          <a:xfrm>
            <a:off x="10765826" y="2616375"/>
            <a:ext cx="1423139" cy="359340"/>
          </a:xfrm>
          <a:prstGeom prst="rect">
            <a:avLst/>
          </a:prstGeom>
          <a:solidFill>
            <a:srgbClr val="f0f8ff">
              <a:alpha val="100000"/>
            </a:srgbClr>
          </a:solidFill>
          <a:ln w="9525" cap="flat" cmpd="sng" algn="ctr">
            <a:solidFill>
              <a:srgbClr val="4a7ebb">
                <a:alpha val="100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/>
          <a:p>
            <a:pPr marL="0" indent="0" algn="ctr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AS</a:t>
            </a: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및문의</a:t>
            </a:r>
            <a:endPara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cxnSp>
        <p:nvCxnSpPr>
          <p:cNvPr id="41" name=""/>
          <p:cNvCxnSpPr>
            <a:stCxn id="11" idx="2"/>
            <a:endCxn id="40" idx="0"/>
          </p:cNvCxnSpPr>
          <p:nvPr/>
        </p:nvCxnSpPr>
        <p:spPr>
          <a:xfrm rot="16200000" flipH="1">
            <a:off x="11103837" y="2242816"/>
            <a:ext cx="743735" cy="3382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"/>
          <p:cNvSpPr/>
          <p:nvPr/>
        </p:nvSpPr>
        <p:spPr>
          <a:xfrm>
            <a:off x="9362055" y="2616375"/>
            <a:ext cx="1292725" cy="359340"/>
          </a:xfrm>
          <a:prstGeom prst="rect">
            <a:avLst/>
          </a:prstGeom>
          <a:solidFill>
            <a:srgbClr val="f0f8ff">
              <a:alpha val="100000"/>
            </a:srgbClr>
          </a:solidFill>
          <a:ln w="9525" cap="flat" cmpd="sng" algn="ctr">
            <a:solidFill>
              <a:srgbClr val="4a7ebb">
                <a:alpha val="100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/>
          <a:p>
            <a:pPr marL="0" indent="0" algn="ctr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주문</a:t>
            </a:r>
            <a:r>
              <a: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/</a:t>
            </a: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배송</a:t>
            </a:r>
            <a:endPara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cxnSp>
        <p:nvCxnSpPr>
          <p:cNvPr id="43" name=""/>
          <p:cNvCxnSpPr>
            <a:stCxn id="10" idx="2"/>
            <a:endCxn id="42" idx="0"/>
          </p:cNvCxnSpPr>
          <p:nvPr/>
        </p:nvCxnSpPr>
        <p:spPr>
          <a:xfrm rot="16200000" flipH="1">
            <a:off x="9636543" y="2244500"/>
            <a:ext cx="743735" cy="1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"/>
          <p:cNvCxnSpPr>
            <a:stCxn id="10" idx="2"/>
            <a:endCxn id="38" idx="0"/>
          </p:cNvCxnSpPr>
          <p:nvPr/>
        </p:nvCxnSpPr>
        <p:spPr>
          <a:xfrm rot="5400000">
            <a:off x="8885144" y="1493114"/>
            <a:ext cx="743735" cy="1502785"/>
          </a:xfrm>
          <a:prstGeom prst="bentConnector3">
            <a:avLst>
              <a:gd name="adj1" fmla="val 50000"/>
            </a:avLst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"/>
          <p:cNvCxnSpPr>
            <a:stCxn id="10" idx="2"/>
            <a:endCxn id="40" idx="0"/>
          </p:cNvCxnSpPr>
          <p:nvPr/>
        </p:nvCxnSpPr>
        <p:spPr>
          <a:xfrm rot="5400000" flipV="1">
            <a:off x="10371032" y="1510011"/>
            <a:ext cx="743735" cy="1468992"/>
          </a:xfrm>
          <a:prstGeom prst="bentConnector3">
            <a:avLst>
              <a:gd name="adj1" fmla="val 50000"/>
            </a:avLst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"/>
          <p:cNvSpPr/>
          <p:nvPr/>
        </p:nvSpPr>
        <p:spPr>
          <a:xfrm>
            <a:off x="7924464" y="3682271"/>
            <a:ext cx="1162311" cy="359340"/>
          </a:xfrm>
          <a:prstGeom prst="rect">
            <a:avLst/>
          </a:prstGeom>
          <a:solidFill>
            <a:srgbClr val="f0f8ff">
              <a:alpha val="100000"/>
            </a:srgbClr>
          </a:solidFill>
          <a:ln w="9525" cap="flat" cmpd="sng" algn="ctr">
            <a:solidFill>
              <a:srgbClr val="4a7ebb">
                <a:alpha val="100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/>
          <a:p>
            <a:pPr marL="0" indent="0" algn="ctr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수정</a:t>
            </a:r>
            <a:endPara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cxnSp>
        <p:nvCxnSpPr>
          <p:cNvPr id="47" name=""/>
          <p:cNvCxnSpPr>
            <a:stCxn id="38" idx="2"/>
            <a:endCxn id="46" idx="0"/>
          </p:cNvCxnSpPr>
          <p:nvPr/>
        </p:nvCxnSpPr>
        <p:spPr>
          <a:xfrm rot="16200000" flipH="1">
            <a:off x="8152342" y="3328993"/>
            <a:ext cx="706556" cy="1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"/>
          <p:cNvCxnSpPr>
            <a:stCxn id="27" idx="3"/>
            <a:endCxn id="28" idx="1"/>
          </p:cNvCxnSpPr>
          <p:nvPr/>
        </p:nvCxnSpPr>
        <p:spPr>
          <a:xfrm>
            <a:off x="4837391" y="2796045"/>
            <a:ext cx="277050" cy="0"/>
          </a:xfrm>
          <a:prstGeom prst="straightConnector1">
            <a:avLst/>
          </a:prstGeom>
          <a:ln>
            <a:solidFill>
              <a:schemeClr val="accent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"/>
          <p:cNvCxnSpPr>
            <a:stCxn id="27" idx="1"/>
            <a:endCxn id="12" idx="3"/>
          </p:cNvCxnSpPr>
          <p:nvPr/>
        </p:nvCxnSpPr>
        <p:spPr>
          <a:xfrm flipH="1" flipV="1">
            <a:off x="2860542" y="1692968"/>
            <a:ext cx="814535" cy="1103080"/>
          </a:xfrm>
          <a:prstGeom prst="bentConnector3">
            <a:avLst>
              <a:gd name="adj1" fmla="val 50000"/>
            </a:avLst>
          </a:prstGeom>
          <a:ln>
            <a:solidFill>
              <a:schemeClr val="accent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"/>
          <p:cNvCxnSpPr>
            <a:stCxn id="27" idx="2"/>
            <a:endCxn id="40" idx="2"/>
          </p:cNvCxnSpPr>
          <p:nvPr/>
        </p:nvCxnSpPr>
        <p:spPr>
          <a:xfrm rot="5400000" flipV="1">
            <a:off x="7866039" y="-634049"/>
            <a:ext cx="1588" cy="7221125"/>
          </a:xfrm>
          <a:prstGeom prst="bentConnector3">
            <a:avLst>
              <a:gd name="adj1" fmla="val 99828288"/>
            </a:avLst>
          </a:prstGeom>
          <a:ln>
            <a:solidFill>
              <a:schemeClr val="accent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"/>
          <p:cNvCxnSpPr>
            <a:stCxn id="14" idx="3"/>
            <a:endCxn id="9" idx="1"/>
          </p:cNvCxnSpPr>
          <p:nvPr/>
        </p:nvCxnSpPr>
        <p:spPr>
          <a:xfrm flipV="1">
            <a:off x="2990959" y="1692968"/>
            <a:ext cx="4933491" cy="2528314"/>
          </a:xfrm>
          <a:prstGeom prst="bentConnector3">
            <a:avLst>
              <a:gd name="adj1" fmla="val 96590"/>
            </a:avLst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"/>
          <p:cNvCxnSpPr>
            <a:stCxn id="14" idx="2"/>
            <a:endCxn id="15" idx="1"/>
          </p:cNvCxnSpPr>
          <p:nvPr/>
        </p:nvCxnSpPr>
        <p:spPr>
          <a:xfrm rot="5400000" flipV="1">
            <a:off x="3096849" y="3583489"/>
            <a:ext cx="1200132" cy="2835058"/>
          </a:xfrm>
          <a:prstGeom prst="bentConnector2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"/>
          <p:cNvCxnSpPr>
            <a:stCxn id="9" idx="2"/>
            <a:endCxn id="15" idx="0"/>
          </p:cNvCxnSpPr>
          <p:nvPr/>
        </p:nvCxnSpPr>
        <p:spPr>
          <a:xfrm rot="5400000">
            <a:off x="5326217" y="2242021"/>
            <a:ext cx="3548776" cy="281001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"/>
          <p:cNvCxnSpPr>
            <a:stCxn id="27" idx="2"/>
            <a:endCxn id="15" idx="0"/>
          </p:cNvCxnSpPr>
          <p:nvPr/>
        </p:nvCxnSpPr>
        <p:spPr>
          <a:xfrm rot="16200000" flipH="1">
            <a:off x="3753067" y="3478881"/>
            <a:ext cx="2445700" cy="1439365"/>
          </a:xfrm>
          <a:prstGeom prst="straightConnector1">
            <a:avLst/>
          </a:prstGeom>
          <a:ln>
            <a:solidFill>
              <a:schemeClr val="accent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787819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00000"/>
                </a:solidFill>
              </a:rPr>
              <a:t>00COM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0" y="18288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000000"/>
                </a:solidFill>
              </a:rPr>
              <a:t>로그인   |   회원가입   |   장바구니   |   마이페이지   |   고객센터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9728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00000"/>
                </a:solidFill>
              </a:rPr>
              <a:t>카테고리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000000"/>
                </a:solidFill>
              </a:rPr>
              <a:t>CPU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92024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000000"/>
                </a:solidFill>
              </a:rPr>
              <a:t>메인보드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37744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000000"/>
                </a:solidFill>
              </a:rPr>
              <a:t>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83464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000000"/>
                </a:solidFill>
              </a:rPr>
              <a:t>그래픽카드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29184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000000"/>
                </a:solidFill>
              </a:rPr>
              <a:t>SSD/HDD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749039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000000"/>
                </a:solidFill>
              </a:rPr>
              <a:t>케이스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20624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000000"/>
                </a:solidFill>
              </a:rPr>
              <a:t>파워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663440"/>
            <a:ext cx="567690" cy="2971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ko-KR" altLang="en-US" sz="1400" b="0">
                <a:solidFill>
                  <a:srgbClr val="000000"/>
                </a:solidFill>
              </a:rPr>
              <a:t>기타</a:t>
            </a:r>
            <a:endParaRPr lang="ko-KR" altLang="en-US" sz="1400" b="0">
              <a:solidFill>
                <a:srgbClr val="000000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2743200" y="1097280"/>
            <a:ext cx="8961120" cy="4114800"/>
          </a:xfrm>
          <a:prstGeom prst="rect">
            <a:avLst/>
          </a:prstGeom>
          <a:solidFill>
            <a:srgbClr val="e6e6e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 sz="1800"/>
            </a:pPr>
            <a:r>
              <a:rPr lang="ko-KR" altLang="en-US" sz="3000">
                <a:solidFill>
                  <a:schemeClr val="dk1"/>
                </a:solidFill>
              </a:rPr>
              <a:t>그래픽카드 광고 이미지</a:t>
            </a:r>
            <a:endParaRPr lang="ko-KR" altLang="en-US" sz="3000">
              <a:solidFill>
                <a:schemeClr val="dk1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74320" y="57607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000000"/>
                </a:solidFill>
              </a:rPr>
              <a:t>00COM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576072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000000"/>
                </a:solidFill>
              </a:rPr>
              <a:t>대표 : 000  |  대표전화 : 0000-0000  |  사업자번호 : 00000000
주소 : 인천광역시 00구 00동 00 주식회사 00COM  |  FAX : 000-000-0000
개인정보보호 담당자 : 000  |  이메일 : 000@000.com
통신판매신고 : 제 0000호  |  개인정보보호배상책임보험 증권번호 00000-00</a:t>
            </a:r>
          </a:p>
        </p:txBody>
      </p:sp>
      <p:sp>
        <p:nvSpPr>
          <p:cNvPr id="16" name=""/>
          <p:cNvSpPr/>
          <p:nvPr/>
        </p:nvSpPr>
        <p:spPr>
          <a:xfrm>
            <a:off x="1690795" y="285067"/>
            <a:ext cx="4143724" cy="984033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/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&lt;-</a:t>
            </a: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로고 누를시 메인화면 복귀</a:t>
            </a:r>
            <a:endPara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//</a:t>
            </a: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왼쪽 메뉴 스크롤을 내려도 고정</a:t>
            </a:r>
            <a:endPara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19" name=""/>
          <p:cNvSpPr/>
          <p:nvPr/>
        </p:nvSpPr>
        <p:spPr>
          <a:xfrm>
            <a:off x="7162329" y="640080"/>
            <a:ext cx="3512320" cy="274007"/>
          </a:xfrm>
          <a:prstGeom prst="rect">
            <a:avLst/>
          </a:prstGeom>
          <a:solidFill>
            <a:srgbClr val="ffffff">
              <a:alpha val="100000"/>
            </a:srgbClr>
          </a:solidFill>
          <a:ln w="9525" cap="flat" cmpd="sng" algn="ctr">
            <a:solidFill>
              <a:srgbClr val="000000">
                <a:alpha val="100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4510"/>
              </a:srgbClr>
            </a:outerShdw>
          </a:effectLst>
        </p:spPr>
        <p:txBody>
          <a:bodyPr/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xmlns:mc="http://schemas.openxmlformats.org/markup-compatibility/2006" xmlns:hp="http://schemas.haansoft.com/office/presentation/8.0" kumimoji="0" sz="1800" b="0" i="0" u="none" strike="noStrike" kern="1200" cap="none" spc="0" normalizeH="0" baseline="0" mc:Ignorable="hp" hp:hslEmbossed="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20" name="Rounded Rectangle 4"/>
          <p:cNvSpPr/>
          <p:nvPr/>
        </p:nvSpPr>
        <p:spPr>
          <a:xfrm>
            <a:off x="10847069" y="640080"/>
            <a:ext cx="857251" cy="274007"/>
          </a:xfrm>
          <a:prstGeom prst="roundRect">
            <a:avLst>
              <a:gd name="adj" fmla="val 16667"/>
            </a:avLst>
          </a:prstGeom>
          <a:solidFill>
            <a:srgbClr val="87cefa">
              <a:alpha val="100000"/>
            </a:srgbClr>
          </a:solidFill>
          <a:ln w="9525" cap="flat" cmpd="sng" algn="ctr">
            <a:solidFill>
              <a:srgbClr val="4a7ebb">
                <a:alpha val="100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4510"/>
              </a:srgbClr>
            </a:outerShdw>
          </a:effectLst>
        </p:spPr>
        <p:txBody>
          <a:bodyPr anchor="ctr"/>
          <a:p>
            <a:pPr marL="0" indent="0" algn="ctr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 sz="1400" b="1"/>
            </a:pPr>
            <a:r>
              <a:rPr xmlns:mc="http://schemas.openxmlformats.org/markup-compatibility/2006" xmlns:hp="http://schemas.haansoft.com/office/presentation/8.0" kumimoji="0" lang="ko-KR" altLang="en-US" sz="1400" b="1" i="0" u="none" strike="noStrike" kern="1200" cap="none" spc="0" normalizeH="0" baseline="0" mc:Ignorable="hp" hp:hslEmbossed="0">
                <a:solidFill>
                  <a:schemeClr val="tx1"/>
                </a:solidFill>
                <a:latin typeface="Calibri"/>
                <a:ea typeface="맑은 고딕"/>
                <a:cs typeface="맑은 고딕"/>
              </a:rPr>
              <a:t>검색</a:t>
            </a:r>
            <a:endParaRPr xmlns:mc="http://schemas.openxmlformats.org/markup-compatibility/2006" xmlns:hp="http://schemas.haansoft.com/office/presentation/8.0" kumimoji="0" lang="ko-KR" altLang="en-US" sz="1400" b="1" i="0" u="none" strike="noStrike" kern="1200" cap="none" spc="0" normalizeH="0" baseline="0" mc:Ignorable="hp" hp:hslEmbossed="0">
              <a:solidFill>
                <a:schemeClr val="tx1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18" name=""/>
          <p:cNvSpPr/>
          <p:nvPr/>
        </p:nvSpPr>
        <p:spPr>
          <a:xfrm>
            <a:off x="6436071" y="479006"/>
            <a:ext cx="4143724" cy="984033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4510"/>
              </a:srgbClr>
            </a:outerShdw>
          </a:effectLst>
        </p:spPr>
        <p:txBody>
          <a:bodyPr/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//</a:t>
            </a: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로그인시 아이디로 바뀜</a:t>
            </a:r>
            <a:endPara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21" name=""/>
          <p:cNvSpPr/>
          <p:nvPr/>
        </p:nvSpPr>
        <p:spPr>
          <a:xfrm>
            <a:off x="10276514" y="5976742"/>
            <a:ext cx="1912437" cy="881258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</p:spPr>
        <p:txBody>
          <a:bodyPr/>
          <a:p>
            <a:pPr marL="0" indent="0" algn="ctr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메인화면</a:t>
            </a:r>
            <a:endPara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sz="2400" b="1">
                <a:solidFill>
                  <a:srgbClr val="000000"/>
                </a:solidFill>
              </a:rPr>
              <a:t>00COM</a:t>
            </a:r>
            <a:endParaRPr sz="2400" b="1">
              <a:solidFill>
                <a:srgbClr val="000000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857998" y="182880"/>
            <a:ext cx="5053966" cy="30099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ko-KR" altLang="en-US" sz="1400" b="0">
                <a:solidFill>
                  <a:srgbClr val="000000"/>
                </a:solidFill>
              </a:rPr>
              <a:t>관리자</a:t>
            </a:r>
            <a:r>
              <a:rPr sz="1400" b="0">
                <a:solidFill>
                  <a:srgbClr val="000000"/>
                </a:solidFill>
              </a:rPr>
              <a:t>   |   회원가입   |   장바구니   |   마이페이지   |   고객센터</a:t>
            </a:r>
            <a:endParaRPr sz="1400" b="0">
              <a:solidFill>
                <a:srgbClr val="000000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74320" y="109728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sz="1600" b="1">
                <a:solidFill>
                  <a:srgbClr val="000000"/>
                </a:solidFill>
              </a:rPr>
              <a:t>카테고리</a:t>
            </a:r>
            <a:endParaRPr sz="1600" b="1">
              <a:solidFill>
                <a:srgbClr val="000000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sz="1400" b="0">
                <a:solidFill>
                  <a:srgbClr val="000000"/>
                </a:solidFill>
              </a:rPr>
              <a:t>CPU</a:t>
            </a:r>
            <a:endParaRPr sz="1400" b="0">
              <a:solidFill>
                <a:srgbClr val="000000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57200" y="192024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sz="1400" b="0">
                <a:solidFill>
                  <a:srgbClr val="000000"/>
                </a:solidFill>
              </a:rPr>
              <a:t>메인보드</a:t>
            </a:r>
            <a:endParaRPr sz="1400" b="0">
              <a:solidFill>
                <a:srgbClr val="000000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57200" y="237744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sz="1400" b="0">
                <a:solidFill>
                  <a:srgbClr val="000000"/>
                </a:solidFill>
              </a:rPr>
              <a:t>램</a:t>
            </a:r>
            <a:endParaRPr sz="1400" b="0">
              <a:solidFill>
                <a:srgbClr val="000000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57200" y="283464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sz="1400" b="0">
                <a:solidFill>
                  <a:srgbClr val="000000"/>
                </a:solidFill>
              </a:rPr>
              <a:t>그래픽카드</a:t>
            </a:r>
            <a:endParaRPr sz="1400" b="0">
              <a:solidFill>
                <a:srgbClr val="000000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57200" y="329184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sz="1400" b="0">
                <a:solidFill>
                  <a:srgbClr val="000000"/>
                </a:solidFill>
              </a:rPr>
              <a:t>SSD/HDD</a:t>
            </a:r>
            <a:endParaRPr sz="1400" b="0">
              <a:solidFill>
                <a:srgbClr val="000000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57200" y="3749039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sz="1400" b="0">
                <a:solidFill>
                  <a:srgbClr val="000000"/>
                </a:solidFill>
              </a:rPr>
              <a:t>케이스</a:t>
            </a:r>
            <a:endParaRPr sz="1400" b="0">
              <a:solidFill>
                <a:srgbClr val="000000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57200" y="420624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sz="1400" b="0">
                <a:solidFill>
                  <a:srgbClr val="000000"/>
                </a:solidFill>
              </a:rPr>
              <a:t>파워</a:t>
            </a:r>
            <a:endParaRPr sz="1400" b="0">
              <a:solidFill>
                <a:srgbClr val="000000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57200" y="4663440"/>
            <a:ext cx="567690" cy="2971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ko-KR" altLang="en-US" sz="1400" b="0">
                <a:solidFill>
                  <a:srgbClr val="000000"/>
                </a:solidFill>
              </a:rPr>
              <a:t>기타</a:t>
            </a:r>
            <a:endParaRPr lang="ko-KR" altLang="en-US" sz="1400" b="0">
              <a:solidFill>
                <a:srgbClr val="000000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2743200" y="1097280"/>
            <a:ext cx="8961120" cy="4114800"/>
          </a:xfrm>
          <a:prstGeom prst="rect">
            <a:avLst/>
          </a:prstGeom>
          <a:solidFill>
            <a:srgbClr val="e6e6e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 sz="1800"/>
            </a:pPr>
            <a:r>
              <a:rPr lang="ko-KR" altLang="en-US" sz="3000">
                <a:solidFill>
                  <a:schemeClr val="dk1"/>
                </a:solidFill>
              </a:rPr>
              <a:t>그래픽카드 광고 이미지</a:t>
            </a:r>
            <a:endParaRPr lang="ko-KR" altLang="en-US" sz="3000">
              <a:solidFill>
                <a:schemeClr val="dk1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74320" y="57607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sz="2000" b="1">
                <a:solidFill>
                  <a:srgbClr val="000000"/>
                </a:solidFill>
              </a:rPr>
              <a:t>00COM</a:t>
            </a:r>
            <a:endParaRPr sz="2000" b="1">
              <a:solidFill>
                <a:srgbClr val="000000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828800" y="576072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sz="1000" b="0">
                <a:solidFill>
                  <a:srgbClr val="000000"/>
                </a:solidFill>
              </a:rPr>
              <a:t>대표 : 000  |  대표전화 : 0000-0000  |  사업자번호 : 00000000</a:t>
            </a:r>
            <a:endParaRPr sz="1000" b="0">
              <a:solidFill>
                <a:srgbClr val="000000"/>
              </a:solidFill>
            </a:endParaRPr>
          </a:p>
          <a:p>
            <a:pPr lvl="0">
              <a:defRPr/>
            </a:pPr>
            <a:r>
              <a:rPr sz="1000" b="0">
                <a:solidFill>
                  <a:srgbClr val="000000"/>
                </a:solidFill>
              </a:rPr>
              <a:t>주소 : 인천광역시 00구 00동 00 주식회사 00COM  |  FAX : 000-000-0000</a:t>
            </a:r>
            <a:endParaRPr sz="1000" b="0">
              <a:solidFill>
                <a:srgbClr val="000000"/>
              </a:solidFill>
            </a:endParaRPr>
          </a:p>
          <a:p>
            <a:pPr lvl="0">
              <a:defRPr/>
            </a:pPr>
            <a:r>
              <a:rPr sz="1000" b="0">
                <a:solidFill>
                  <a:srgbClr val="000000"/>
                </a:solidFill>
              </a:rPr>
              <a:t>개인정보보호 담당자 : 000  |  이메일 : 000@000.com</a:t>
            </a:r>
            <a:endParaRPr sz="1000" b="0">
              <a:solidFill>
                <a:srgbClr val="000000"/>
              </a:solidFill>
            </a:endParaRPr>
          </a:p>
          <a:p>
            <a:pPr lvl="0">
              <a:defRPr/>
            </a:pPr>
            <a:r>
              <a:rPr sz="1000" b="0">
                <a:solidFill>
                  <a:srgbClr val="000000"/>
                </a:solidFill>
              </a:rPr>
              <a:t>통신판매신고 : 제 0000호  |  개인정보보호배상책임보험 증권번호 00000-00</a:t>
            </a:r>
            <a:endParaRPr sz="1000" b="0">
              <a:solidFill>
                <a:srgbClr val="000000"/>
              </a:solidFill>
            </a:endParaRPr>
          </a:p>
        </p:txBody>
      </p:sp>
      <p:sp>
        <p:nvSpPr>
          <p:cNvPr id="19" name=""/>
          <p:cNvSpPr/>
          <p:nvPr/>
        </p:nvSpPr>
        <p:spPr>
          <a:xfrm>
            <a:off x="7162329" y="640080"/>
            <a:ext cx="3512320" cy="274007"/>
          </a:xfrm>
          <a:prstGeom prst="rect">
            <a:avLst/>
          </a:prstGeom>
          <a:solidFill>
            <a:srgbClr val="ffffff">
              <a:alpha val="100000"/>
            </a:srgbClr>
          </a:solidFill>
          <a:ln w="9525" cap="flat" cmpd="sng" algn="ctr">
            <a:solidFill>
              <a:srgbClr val="000000">
                <a:alpha val="100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4510"/>
              </a:srgbClr>
            </a:outerShdw>
          </a:effectLst>
        </p:spPr>
        <p:txBody>
          <a:bodyPr/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xmlns:mc="http://schemas.openxmlformats.org/markup-compatibility/2006" xmlns:hp="http://schemas.haansoft.com/office/presentation/8.0" kumimoji="0" sz="1800" b="0" i="0" u="none" strike="noStrike" kern="1200" cap="none" spc="0" normalizeH="0" baseline="0" mc:Ignorable="hp" hp:hslEmbossed="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20" name="Rounded Rectangle 4"/>
          <p:cNvSpPr/>
          <p:nvPr/>
        </p:nvSpPr>
        <p:spPr>
          <a:xfrm>
            <a:off x="10847069" y="640080"/>
            <a:ext cx="857251" cy="274007"/>
          </a:xfrm>
          <a:prstGeom prst="roundRect">
            <a:avLst>
              <a:gd name="adj" fmla="val 16667"/>
            </a:avLst>
          </a:prstGeom>
          <a:solidFill>
            <a:srgbClr val="87cefa">
              <a:alpha val="100000"/>
            </a:srgbClr>
          </a:solidFill>
          <a:ln w="9525" cap="flat" cmpd="sng" algn="ctr">
            <a:solidFill>
              <a:srgbClr val="4a7ebb">
                <a:alpha val="100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4510"/>
              </a:srgbClr>
            </a:outerShdw>
          </a:effectLst>
        </p:spPr>
        <p:txBody>
          <a:bodyPr anchor="ctr"/>
          <a:p>
            <a:pPr marL="0" indent="0" algn="ctr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 sz="1400" b="1"/>
            </a:pPr>
            <a:r>
              <a:rPr xmlns:mc="http://schemas.openxmlformats.org/markup-compatibility/2006" xmlns:hp="http://schemas.haansoft.com/office/presentation/8.0" kumimoji="0" lang="ko-KR" altLang="en-US" sz="1400" b="1" i="0" u="none" strike="noStrike" kern="1200" cap="none" spc="0" normalizeH="0" baseline="0" mc:Ignorable="hp" hp:hslEmbossed="0">
                <a:solidFill>
                  <a:schemeClr val="tx1"/>
                </a:solidFill>
                <a:latin typeface="Calibri"/>
                <a:ea typeface="맑은 고딕"/>
                <a:cs typeface="맑은 고딕"/>
              </a:rPr>
              <a:t>검색</a:t>
            </a:r>
            <a:endParaRPr xmlns:mc="http://schemas.openxmlformats.org/markup-compatibility/2006" xmlns:hp="http://schemas.haansoft.com/office/presentation/8.0" kumimoji="0" lang="ko-KR" altLang="en-US" sz="1400" b="1" i="0" u="none" strike="noStrike" kern="1200" cap="none" spc="0" normalizeH="0" baseline="0" mc:Ignorable="hp" hp:hslEmbossed="0">
              <a:solidFill>
                <a:schemeClr val="tx1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21" name=""/>
          <p:cNvSpPr/>
          <p:nvPr/>
        </p:nvSpPr>
        <p:spPr>
          <a:xfrm>
            <a:off x="10276514" y="5976742"/>
            <a:ext cx="1912437" cy="881258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</p:spPr>
        <p:txBody>
          <a:bodyPr/>
          <a:p>
            <a:pPr marL="0" indent="0" algn="ctr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메인화면</a:t>
            </a:r>
            <a:endPara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  <a:p>
            <a:pPr marL="0" indent="0" algn="ctr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관리자</a:t>
            </a:r>
            <a:endPara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213204174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014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sz="2400" b="1">
                <a:solidFill>
                  <a:srgbClr val="000000"/>
                </a:solidFill>
              </a:rPr>
              <a:t>00COM</a:t>
            </a:r>
            <a:endParaRPr sz="2400" b="1">
              <a:solidFill>
                <a:srgbClr val="000000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857999" y="182880"/>
            <a:ext cx="5053966" cy="30099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sz="1400" b="0">
                <a:solidFill>
                  <a:srgbClr val="000000"/>
                </a:solidFill>
              </a:rPr>
              <a:t>로그인   |   회원가입   |   장바구니   |   마이페이지   |   고객센터</a:t>
            </a:r>
            <a:endParaRPr sz="1400" b="0">
              <a:solidFill>
                <a:srgbClr val="000000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74319" y="1097280"/>
            <a:ext cx="826771" cy="33909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ko-KR" altLang="en-US" sz="1600" b="1">
                <a:solidFill>
                  <a:srgbClr val="000000"/>
                </a:solidFill>
              </a:rPr>
              <a:t>관리자</a:t>
            </a:r>
            <a:endParaRPr lang="ko-KR" altLang="en-US" sz="1600" b="1">
              <a:solidFill>
                <a:srgbClr val="000000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929640" cy="2971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ko-KR" altLang="en-US" sz="1400" b="1">
                <a:solidFill>
                  <a:srgbClr val="000000"/>
                </a:solidFill>
              </a:rPr>
              <a:t>회원관리</a:t>
            </a:r>
            <a:endParaRPr lang="ko-KR" altLang="en-US" sz="1400" b="1">
              <a:solidFill>
                <a:srgbClr val="000000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57200" y="1920240"/>
            <a:ext cx="929640" cy="2971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ko-KR" altLang="en-US" sz="1400">
                <a:solidFill>
                  <a:srgbClr val="000000"/>
                </a:solidFill>
              </a:rPr>
              <a:t>상품관리</a:t>
            </a:r>
            <a:endParaRPr lang="ko-KR" altLang="en-US" sz="1400">
              <a:solidFill>
                <a:srgbClr val="000000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57200" y="2377440"/>
            <a:ext cx="472440" cy="2971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1400" b="0">
                <a:solidFill>
                  <a:srgbClr val="000000"/>
                </a:solidFill>
              </a:rPr>
              <a:t>A/S</a:t>
            </a:r>
            <a:endParaRPr lang="ko-KR" altLang="en-US" sz="1400" b="0">
              <a:solidFill>
                <a:srgbClr val="000000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74320" y="5760720"/>
            <a:ext cx="998220" cy="39052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sz="2000" b="1">
                <a:solidFill>
                  <a:srgbClr val="000000"/>
                </a:solidFill>
              </a:rPr>
              <a:t>00COM</a:t>
            </a:r>
            <a:endParaRPr sz="2000" b="1">
              <a:solidFill>
                <a:srgbClr val="000000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828800" y="5760720"/>
            <a:ext cx="4368165" cy="69532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sz="1000" b="0">
                <a:solidFill>
                  <a:srgbClr val="000000"/>
                </a:solidFill>
              </a:rPr>
              <a:t>대표 : 000  |  대표전화 : 0000-0000  |  사업자번호 : 00000000</a:t>
            </a:r>
            <a:endParaRPr sz="1000" b="0">
              <a:solidFill>
                <a:srgbClr val="000000"/>
              </a:solidFill>
            </a:endParaRPr>
          </a:p>
          <a:p>
            <a:pPr lvl="0">
              <a:defRPr/>
            </a:pPr>
            <a:r>
              <a:rPr sz="1000" b="0">
                <a:solidFill>
                  <a:srgbClr val="000000"/>
                </a:solidFill>
              </a:rPr>
              <a:t>주소 : 인천광역시 00구 00동 00 주식회사 00COM  |  FAX : 000-000-0000</a:t>
            </a:r>
            <a:endParaRPr sz="1000" b="0">
              <a:solidFill>
                <a:srgbClr val="000000"/>
              </a:solidFill>
            </a:endParaRPr>
          </a:p>
          <a:p>
            <a:pPr lvl="0">
              <a:defRPr/>
            </a:pPr>
            <a:r>
              <a:rPr sz="1000" b="0">
                <a:solidFill>
                  <a:srgbClr val="000000"/>
                </a:solidFill>
              </a:rPr>
              <a:t>개인정보보호 담당자 : 000  |  이메일 : 000@000.com</a:t>
            </a:r>
            <a:endParaRPr sz="1000" b="0">
              <a:solidFill>
                <a:srgbClr val="000000"/>
              </a:solidFill>
            </a:endParaRPr>
          </a:p>
          <a:p>
            <a:pPr lvl="0">
              <a:defRPr/>
            </a:pPr>
            <a:r>
              <a:rPr sz="1000" b="0">
                <a:solidFill>
                  <a:srgbClr val="000000"/>
                </a:solidFill>
              </a:rPr>
              <a:t>통신판매신고 : 제 0000호  |  개인정보보호배상책임보험 증권번호 00000-00</a:t>
            </a:r>
            <a:endParaRPr sz="1000" b="0">
              <a:solidFill>
                <a:srgbClr val="000000"/>
              </a:solidFill>
            </a:endParaRPr>
          </a:p>
        </p:txBody>
      </p:sp>
      <p:sp>
        <p:nvSpPr>
          <p:cNvPr id="46" name=""/>
          <p:cNvSpPr/>
          <p:nvPr/>
        </p:nvSpPr>
        <p:spPr>
          <a:xfrm>
            <a:off x="10276514" y="5976742"/>
            <a:ext cx="1912437" cy="881258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</p:spPr>
        <p:txBody>
          <a:bodyPr/>
          <a:p>
            <a:pPr marL="0" indent="0" algn="ctr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관리자</a:t>
            </a:r>
            <a:endPara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  <a:p>
            <a:pPr marL="0" lvl="0" indent="0" algn="ctr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회원관리</a:t>
            </a:r>
            <a:endPara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54" name="Rounded Rectangle 4"/>
          <p:cNvSpPr/>
          <p:nvPr/>
        </p:nvSpPr>
        <p:spPr>
          <a:xfrm>
            <a:off x="2763684" y="1107457"/>
            <a:ext cx="8961118" cy="355582"/>
          </a:xfrm>
          <a:prstGeom prst="roundRect">
            <a:avLst>
              <a:gd name="adj" fmla="val 16667"/>
            </a:avLst>
          </a:prstGeom>
          <a:solidFill>
            <a:srgbClr val="dcdcdc">
              <a:alpha val="100000"/>
            </a:srgbClr>
          </a:solidFill>
          <a:ln w="9525" cap="flat" cmpd="sng" algn="ctr">
            <a:solidFill>
              <a:srgbClr val="4a7ebb">
                <a:alpha val="100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4510"/>
              </a:srgbClr>
            </a:outerShdw>
          </a:effectLst>
        </p:spPr>
        <p:txBody>
          <a:bodyPr anchor="ctr"/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 sz="1400" b="1"/>
            </a:pPr>
            <a:r>
              <a:rPr xmlns:mc="http://schemas.openxmlformats.org/markup-compatibility/2006" xmlns:hp="http://schemas.haansoft.com/office/presentation/8.0" kumimoji="0" lang="ko-KR" altLang="en-US" sz="1400" b="1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   회원번호			가입날짜					이름</a:t>
            </a:r>
            <a:endParaRPr xmlns:mc="http://schemas.openxmlformats.org/markup-compatibility/2006" xmlns:hp="http://schemas.haansoft.com/office/presentation/8.0" kumimoji="0" lang="ko-KR" altLang="en-US" sz="1400" b="1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55" name=""/>
          <p:cNvSpPr/>
          <p:nvPr/>
        </p:nvSpPr>
        <p:spPr>
          <a:xfrm>
            <a:off x="2763686" y="1920240"/>
            <a:ext cx="8961118" cy="457200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</p:spPr>
        <p:txBody>
          <a:bodyPr/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 </a:t>
            </a:r>
            <a:r>
              <a: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Calibri"/>
              </a:rPr>
              <a:t>0002</a:t>
            </a: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	</a:t>
            </a:r>
            <a:r>
              <a: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Calibri"/>
              </a:rPr>
              <a:t>  		</a:t>
            </a: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Calibri"/>
              </a:rPr>
              <a:t>  </a:t>
            </a:r>
            <a:r>
              <a: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Calibri"/>
              </a:rPr>
              <a:t>03-12			</a:t>
            </a: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	      아무개</a:t>
            </a:r>
            <a:endPara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cxnSp>
        <p:nvCxnSpPr>
          <p:cNvPr id="56" name=""/>
          <p:cNvCxnSpPr/>
          <p:nvPr/>
        </p:nvCxnSpPr>
        <p:spPr>
          <a:xfrm>
            <a:off x="2763685" y="1920240"/>
            <a:ext cx="8961117" cy="0"/>
          </a:xfrm>
          <a:prstGeom prst="line">
            <a:avLst/>
          </a:prstGeom>
          <a:noFill/>
          <a:ln w="25400" cap="flat" cmpd="sng" algn="ctr">
            <a:solidFill>
              <a:srgbClr val="dcdcdc">
                <a:alpha val="100000"/>
              </a:srgbClr>
            </a:solidFill>
            <a:prstDash val="solid"/>
          </a:ln>
          <a:effectLst/>
        </p:spPr>
      </p:cxnSp>
      <p:cxnSp>
        <p:nvCxnSpPr>
          <p:cNvPr id="57" name=""/>
          <p:cNvCxnSpPr/>
          <p:nvPr/>
        </p:nvCxnSpPr>
        <p:spPr>
          <a:xfrm>
            <a:off x="2763686" y="2377440"/>
            <a:ext cx="8961117" cy="0"/>
          </a:xfrm>
          <a:prstGeom prst="line">
            <a:avLst/>
          </a:prstGeom>
          <a:noFill/>
          <a:ln w="25400" cap="flat" cmpd="sng" algn="ctr">
            <a:solidFill>
              <a:srgbClr val="dcdcdc">
                <a:alpha val="100000"/>
              </a:srgbClr>
            </a:solidFill>
            <a:prstDash val="solid"/>
          </a:ln>
          <a:effectLst/>
        </p:spPr>
      </p:cxnSp>
      <p:sp>
        <p:nvSpPr>
          <p:cNvPr id="58" name=""/>
          <p:cNvSpPr/>
          <p:nvPr/>
        </p:nvSpPr>
        <p:spPr>
          <a:xfrm>
            <a:off x="2763684" y="1463040"/>
            <a:ext cx="8961118" cy="457200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</p:spPr>
        <p:txBody>
          <a:bodyPr/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 </a:t>
            </a:r>
            <a:r>
              <a: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Calibri"/>
              </a:rPr>
              <a:t>0001</a:t>
            </a: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	</a:t>
            </a:r>
            <a:r>
              <a: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Calibri"/>
              </a:rPr>
              <a:t>  	</a:t>
            </a: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Calibri"/>
              </a:rPr>
              <a:t>	  </a:t>
            </a:r>
            <a:r>
              <a: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Calibri"/>
              </a:rPr>
              <a:t>03-10			</a:t>
            </a: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Calibri"/>
              </a:rPr>
              <a:t>       </a:t>
            </a: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	      홍길동</a:t>
            </a:r>
            <a:endPara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59" name=""/>
          <p:cNvSpPr/>
          <p:nvPr/>
        </p:nvSpPr>
        <p:spPr>
          <a:xfrm>
            <a:off x="11456342" y="1641171"/>
            <a:ext cx="123955" cy="119049"/>
          </a:xfrm>
          <a:prstGeom prst="rect">
            <a:avLst/>
          </a:prstGeom>
          <a:solidFill>
            <a:srgbClr val="ffffff">
              <a:alpha val="100000"/>
            </a:srgbClr>
          </a:solidFill>
          <a:ln w="9525" cap="flat" cmpd="sng" algn="ctr">
            <a:solidFill>
              <a:srgbClr val="000000">
                <a:alpha val="100000"/>
              </a:srgbClr>
            </a:solidFill>
            <a:prstDash val="solid"/>
          </a:ln>
          <a:effectLst/>
        </p:spPr>
        <p:txBody>
          <a:bodyPr/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xmlns:mc="http://schemas.openxmlformats.org/markup-compatibility/2006" xmlns:hp="http://schemas.haansoft.com/office/presentation/8.0" kumimoji="0" sz="1800" b="0" i="0" u="none" strike="noStrike" kern="1200" cap="none" spc="0" normalizeH="0" baseline="0" mc:Ignorable="hp" hp:hslEmbossed="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60" name=""/>
          <p:cNvSpPr/>
          <p:nvPr/>
        </p:nvSpPr>
        <p:spPr>
          <a:xfrm>
            <a:off x="11456343" y="2098371"/>
            <a:ext cx="123955" cy="119049"/>
          </a:xfrm>
          <a:prstGeom prst="rect">
            <a:avLst/>
          </a:prstGeom>
          <a:solidFill>
            <a:srgbClr val="ffffff">
              <a:alpha val="100000"/>
            </a:srgbClr>
          </a:solidFill>
          <a:ln w="9525" cap="flat" cmpd="sng" algn="ctr">
            <a:solidFill>
              <a:srgbClr val="000000">
                <a:alpha val="100000"/>
              </a:srgbClr>
            </a:solidFill>
            <a:prstDash val="solid"/>
          </a:ln>
          <a:effectLst/>
        </p:spPr>
        <p:txBody>
          <a:bodyPr/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xmlns:mc="http://schemas.openxmlformats.org/markup-compatibility/2006" xmlns:hp="http://schemas.haansoft.com/office/presentation/8.0" kumimoji="0" sz="1800" b="0" i="0" u="none" strike="noStrike" kern="1200" cap="none" spc="0" normalizeH="0" baseline="0" mc:Ignorable="hp" hp:hslEmbossed="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61" name="Rounded Rectangle 4"/>
          <p:cNvSpPr/>
          <p:nvPr/>
        </p:nvSpPr>
        <p:spPr>
          <a:xfrm>
            <a:off x="9438802" y="5303520"/>
            <a:ext cx="2286000" cy="457200"/>
          </a:xfrm>
          <a:prstGeom prst="roundRect">
            <a:avLst>
              <a:gd name="adj" fmla="val 16667"/>
            </a:avLst>
          </a:prstGeom>
          <a:solidFill>
            <a:srgbClr val="87cefa">
              <a:alpha val="100000"/>
            </a:srgbClr>
          </a:solidFill>
          <a:ln w="9525" cap="flat" cmpd="sng" algn="ctr">
            <a:solidFill>
              <a:srgbClr val="4a7ebb">
                <a:alpha val="100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4510"/>
              </a:srgbClr>
            </a:outerShdw>
          </a:effectLst>
        </p:spPr>
        <p:txBody>
          <a:bodyPr anchor="ctr"/>
          <a:p>
            <a:pPr marL="0" indent="0" algn="ctr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 sz="1400" b="1"/>
            </a:pPr>
            <a:r>
              <a:rPr xmlns:mc="http://schemas.openxmlformats.org/markup-compatibility/2006" xmlns:hp="http://schemas.haansoft.com/office/presentation/8.0" kumimoji="0" lang="ko-KR" altLang="en-US" sz="1400" b="1" i="0" u="none" strike="noStrike" kern="1200" cap="none" spc="0" normalizeH="0" baseline="0" mc:Ignorable="hp" hp:hslEmbossed="0">
                <a:solidFill>
                  <a:schemeClr val="tx1"/>
                </a:solidFill>
                <a:latin typeface="Calibri"/>
                <a:ea typeface="맑은 고딕"/>
                <a:cs typeface="맑은 고딕"/>
              </a:rPr>
              <a:t>선택 삭제</a:t>
            </a:r>
            <a:endParaRPr xmlns:mc="http://schemas.openxmlformats.org/markup-compatibility/2006" xmlns:hp="http://schemas.haansoft.com/office/presentation/8.0" kumimoji="0" lang="ko-KR" altLang="en-US" sz="1400" b="1" i="0" u="none" strike="noStrike" kern="1200" cap="none" spc="0" normalizeH="0" baseline="0" mc:Ignorable="hp" hp:hslEmbossed="0">
              <a:solidFill>
                <a:schemeClr val="tx1"/>
              </a:solidFill>
              <a:latin typeface="Calibri"/>
              <a:ea typeface="맑은 고딕"/>
              <a:cs typeface="맑은 고딕"/>
            </a:endParaRPr>
          </a:p>
        </p:txBody>
      </p:sp>
      <p:cxnSp>
        <p:nvCxnSpPr>
          <p:cNvPr id="63" name=""/>
          <p:cNvCxnSpPr>
            <a:stCxn id="64" idx="0"/>
            <a:endCxn id="58" idx="1"/>
          </p:cNvCxnSpPr>
          <p:nvPr/>
        </p:nvCxnSpPr>
        <p:spPr>
          <a:xfrm rot="5400000" flipH="1" flipV="1">
            <a:off x="1431467" y="2011975"/>
            <a:ext cx="1652551" cy="1011881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"/>
          <p:cNvSpPr/>
          <p:nvPr/>
        </p:nvSpPr>
        <p:spPr>
          <a:xfrm>
            <a:off x="1013926" y="3344191"/>
            <a:ext cx="1475752" cy="541488"/>
          </a:xfrm>
          <a:prstGeom prst="rect">
            <a:avLst/>
          </a:prstGeom>
          <a:noFill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r>
              <a:rPr lang="ko-KR" altLang="en-US" sz="1200">
                <a:solidFill>
                  <a:schemeClr val="dk1"/>
                </a:solidFill>
              </a:rPr>
              <a:t>클릭시 주문 목록이</a:t>
            </a:r>
            <a:endParaRPr lang="ko-KR" altLang="en-US" sz="1200">
              <a:solidFill>
                <a:schemeClr val="dk1"/>
              </a:solidFill>
            </a:endParaRPr>
          </a:p>
          <a:p>
            <a:pPr>
              <a:defRPr/>
            </a:pPr>
            <a:r>
              <a:rPr lang="ko-KR" altLang="en-US" sz="1200">
                <a:solidFill>
                  <a:schemeClr val="dk1"/>
                </a:solidFill>
              </a:rPr>
              <a:t>나옴</a:t>
            </a:r>
            <a:r>
              <a:rPr lang="en-US" altLang="ko-KR" sz="1200">
                <a:solidFill>
                  <a:schemeClr val="dk1"/>
                </a:solidFill>
              </a:rPr>
              <a:t>(</a:t>
            </a:r>
            <a:r>
              <a:rPr lang="ko-KR" altLang="en-US" sz="1200">
                <a:solidFill>
                  <a:schemeClr val="dk1"/>
                </a:solidFill>
              </a:rPr>
              <a:t>삭제가능</a:t>
            </a:r>
            <a:r>
              <a:rPr lang="en-US" altLang="ko-KR" sz="1200">
                <a:solidFill>
                  <a:schemeClr val="dk1"/>
                </a:solidFill>
              </a:rPr>
              <a:t>)</a:t>
            </a:r>
            <a:endParaRPr lang="en-US" altLang="ko-KR" sz="1200">
              <a:solidFill>
                <a:schemeClr val="dk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0902428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014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sz="2400" b="1">
                <a:solidFill>
                  <a:srgbClr val="000000"/>
                </a:solidFill>
              </a:rPr>
              <a:t>00COM</a:t>
            </a:r>
            <a:endParaRPr sz="2400" b="1">
              <a:solidFill>
                <a:srgbClr val="000000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857999" y="182880"/>
            <a:ext cx="5053966" cy="30099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sz="1400" b="0">
                <a:solidFill>
                  <a:srgbClr val="000000"/>
                </a:solidFill>
              </a:rPr>
              <a:t>로그인   |   회원가입   |   장바구니   |   마이페이지   |   고객센터</a:t>
            </a:r>
            <a:endParaRPr sz="1400" b="0">
              <a:solidFill>
                <a:srgbClr val="000000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74319" y="1097280"/>
            <a:ext cx="826771" cy="33909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ko-KR" altLang="en-US" sz="1600" b="1">
                <a:solidFill>
                  <a:srgbClr val="000000"/>
                </a:solidFill>
              </a:rPr>
              <a:t>관리자</a:t>
            </a:r>
            <a:endParaRPr lang="ko-KR" altLang="en-US" sz="1600" b="1">
              <a:solidFill>
                <a:srgbClr val="000000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929640" cy="2971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ko-KR" altLang="en-US" sz="1400" b="0">
                <a:solidFill>
                  <a:srgbClr val="000000"/>
                </a:solidFill>
              </a:rPr>
              <a:t>회원관리</a:t>
            </a:r>
            <a:endParaRPr lang="ko-KR" altLang="en-US" sz="1400" b="0">
              <a:solidFill>
                <a:srgbClr val="000000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57200" y="1920240"/>
            <a:ext cx="929640" cy="2971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ko-KR" altLang="en-US" sz="1400" b="1">
                <a:solidFill>
                  <a:srgbClr val="000000"/>
                </a:solidFill>
              </a:rPr>
              <a:t>상품관리</a:t>
            </a:r>
            <a:endParaRPr lang="ko-KR" altLang="en-US" sz="1400" b="1">
              <a:solidFill>
                <a:srgbClr val="000000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57200" y="2377440"/>
            <a:ext cx="472440" cy="2971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1400" b="0">
                <a:solidFill>
                  <a:srgbClr val="000000"/>
                </a:solidFill>
              </a:rPr>
              <a:t>A/S</a:t>
            </a:r>
            <a:endParaRPr lang="ko-KR" altLang="en-US" sz="1400" b="0">
              <a:solidFill>
                <a:srgbClr val="000000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74320" y="5760720"/>
            <a:ext cx="998220" cy="39052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sz="2000" b="1">
                <a:solidFill>
                  <a:srgbClr val="000000"/>
                </a:solidFill>
              </a:rPr>
              <a:t>00COM</a:t>
            </a:r>
            <a:endParaRPr sz="2000" b="1">
              <a:solidFill>
                <a:srgbClr val="000000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828800" y="5760720"/>
            <a:ext cx="4368165" cy="69532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sz="1000" b="0">
                <a:solidFill>
                  <a:srgbClr val="000000"/>
                </a:solidFill>
              </a:rPr>
              <a:t>대표 : 000  |  대표전화 : 0000-0000  |  사업자번호 : 00000000</a:t>
            </a:r>
            <a:endParaRPr sz="1000" b="0">
              <a:solidFill>
                <a:srgbClr val="000000"/>
              </a:solidFill>
            </a:endParaRPr>
          </a:p>
          <a:p>
            <a:pPr lvl="0">
              <a:defRPr/>
            </a:pPr>
            <a:r>
              <a:rPr sz="1000" b="0">
                <a:solidFill>
                  <a:srgbClr val="000000"/>
                </a:solidFill>
              </a:rPr>
              <a:t>주소 : 인천광역시 00구 00동 00 주식회사 00COM  |  FAX : 000-000-0000</a:t>
            </a:r>
            <a:endParaRPr sz="1000" b="0">
              <a:solidFill>
                <a:srgbClr val="000000"/>
              </a:solidFill>
            </a:endParaRPr>
          </a:p>
          <a:p>
            <a:pPr lvl="0">
              <a:defRPr/>
            </a:pPr>
            <a:r>
              <a:rPr sz="1000" b="0">
                <a:solidFill>
                  <a:srgbClr val="000000"/>
                </a:solidFill>
              </a:rPr>
              <a:t>개인정보보호 담당자 : 000  |  이메일 : 000@000.com</a:t>
            </a:r>
            <a:endParaRPr sz="1000" b="0">
              <a:solidFill>
                <a:srgbClr val="000000"/>
              </a:solidFill>
            </a:endParaRPr>
          </a:p>
          <a:p>
            <a:pPr lvl="0">
              <a:defRPr/>
            </a:pPr>
            <a:r>
              <a:rPr sz="1000" b="0">
                <a:solidFill>
                  <a:srgbClr val="000000"/>
                </a:solidFill>
              </a:rPr>
              <a:t>통신판매신고 : 제 0000호  |  개인정보보호배상책임보험 증권번호 00000-00</a:t>
            </a:r>
            <a:endParaRPr sz="1000" b="0">
              <a:solidFill>
                <a:srgbClr val="000000"/>
              </a:solidFill>
            </a:endParaRPr>
          </a:p>
        </p:txBody>
      </p:sp>
      <p:sp>
        <p:nvSpPr>
          <p:cNvPr id="41" name="Rounded Rectangle 4"/>
          <p:cNvSpPr/>
          <p:nvPr/>
        </p:nvSpPr>
        <p:spPr>
          <a:xfrm>
            <a:off x="2763684" y="1107457"/>
            <a:ext cx="8961118" cy="355582"/>
          </a:xfrm>
          <a:prstGeom prst="roundRect">
            <a:avLst>
              <a:gd name="adj" fmla="val 16667"/>
            </a:avLst>
          </a:prstGeom>
          <a:solidFill>
            <a:srgbClr val="dcdcdc">
              <a:alpha val="100000"/>
            </a:srgbClr>
          </a:solidFill>
          <a:ln w="9525" cap="flat" cmpd="sng" algn="ctr">
            <a:solidFill>
              <a:srgbClr val="4a7ebb">
                <a:alpha val="100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4510"/>
              </a:srgbClr>
            </a:outerShdw>
          </a:effectLst>
        </p:spPr>
        <p:txBody>
          <a:bodyPr anchor="ctr"/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 sz="1400" b="1"/>
            </a:pPr>
            <a:r>
              <a:rPr xmlns:mc="http://schemas.openxmlformats.org/markup-compatibility/2006" xmlns:hp="http://schemas.haansoft.com/office/presentation/8.0" kumimoji="0" lang="ko-KR" altLang="en-US" sz="1400" b="1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종류		브랜드		수량			상품번호			가격				제품이름		</a:t>
            </a:r>
            <a:endParaRPr xmlns:mc="http://schemas.openxmlformats.org/markup-compatibility/2006" xmlns:hp="http://schemas.haansoft.com/office/presentation/8.0" kumimoji="0" lang="ko-KR" altLang="en-US" sz="1400" b="1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cxnSp>
        <p:nvCxnSpPr>
          <p:cNvPr id="45" name=""/>
          <p:cNvCxnSpPr/>
          <p:nvPr/>
        </p:nvCxnSpPr>
        <p:spPr>
          <a:xfrm>
            <a:off x="2763685" y="1760220"/>
            <a:ext cx="8961117" cy="0"/>
          </a:xfrm>
          <a:prstGeom prst="line">
            <a:avLst/>
          </a:prstGeom>
          <a:noFill/>
          <a:ln w="25400" cap="flat" cmpd="sng" algn="ctr">
            <a:solidFill>
              <a:srgbClr val="dcdcdc">
                <a:alpha val="100000"/>
              </a:srgbClr>
            </a:solidFill>
            <a:prstDash val="solid"/>
          </a:ln>
          <a:effectLst/>
        </p:spPr>
      </p:cxnSp>
      <p:sp>
        <p:nvSpPr>
          <p:cNvPr id="46" name=""/>
          <p:cNvSpPr/>
          <p:nvPr/>
        </p:nvSpPr>
        <p:spPr>
          <a:xfrm>
            <a:off x="10276514" y="5976742"/>
            <a:ext cx="1912437" cy="881258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</p:spPr>
        <p:txBody>
          <a:bodyPr/>
          <a:p>
            <a:pPr marL="0" indent="0" algn="ctr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관리자</a:t>
            </a:r>
            <a:endPara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  <a:p>
            <a:pPr marL="0" lvl="0" indent="0" algn="ctr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상품관리</a:t>
            </a:r>
            <a:endPara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49" name=""/>
          <p:cNvSpPr/>
          <p:nvPr/>
        </p:nvSpPr>
        <p:spPr>
          <a:xfrm>
            <a:off x="2763684" y="1494472"/>
            <a:ext cx="8961118" cy="265747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4510"/>
              </a:srgbClr>
            </a:outerShdw>
          </a:effectLst>
        </p:spPr>
        <p:txBody>
          <a:bodyPr/>
          <a:p>
            <a:pPr>
              <a:defRPr/>
            </a:pPr>
            <a:r>
              <a:rPr xmlns:mc="http://schemas.openxmlformats.org/markup-compatibility/2006" xmlns:hp="http://schemas.haansoft.com/office/presentation/8.0" kumimoji="0" lang="en-US" altLang="ko-KR" sz="1200" b="0" i="0" u="none" strike="noStrike" kern="1200" cap="none" spc="0" normalizeH="0" baseline="0" mc:Ignorable="hp" hp:hslEmbossed="0">
                <a:solidFill>
                  <a:srgbClr val="000000"/>
                </a:solidFill>
                <a:effectLst/>
                <a:latin typeface="Calibri"/>
                <a:ea typeface="맑은 고딕"/>
                <a:cs typeface="Calibri"/>
              </a:rPr>
              <a:t> CPU</a:t>
            </a:r>
            <a:r>
              <a:rPr xmlns:mc="http://schemas.openxmlformats.org/markup-compatibility/2006" xmlns:hp="http://schemas.haansoft.com/office/presentation/8.0" kumimoji="0" lang="ko-KR" altLang="en-US" sz="1200" b="0" i="0" u="none" strike="noStrike" kern="1200" cap="none" spc="0" normalizeH="0" baseline="0" mc:Ignorable="hp" hp:hslEmbossed="0">
                <a:solidFill>
                  <a:srgbClr val="000000"/>
                </a:solidFill>
                <a:effectLst/>
                <a:latin typeface="Calibri"/>
                <a:ea typeface="맑은 고딕"/>
                <a:cs typeface="Calibri"/>
              </a:rPr>
              <a:t>		</a:t>
            </a:r>
            <a:r>
              <a:rPr xmlns:mc="http://schemas.openxmlformats.org/markup-compatibility/2006" xmlns:hp="http://schemas.haansoft.com/office/presentation/8.0" kumimoji="0" lang="en-US" altLang="ko-KR" sz="1200" b="0" i="0" u="none" strike="noStrike" kern="1200" cap="none" spc="0" normalizeH="0" baseline="0" mc:Ignorable="hp" hp:hslEmbossed="0">
                <a:solidFill>
                  <a:srgbClr val="000000"/>
                </a:solidFill>
                <a:effectLst/>
                <a:latin typeface="Calibri"/>
                <a:ea typeface="맑은 고딕"/>
                <a:cs typeface="Calibri"/>
              </a:rPr>
              <a:t>   AMD			   33			      c001		            </a:t>
            </a:r>
            <a:r>
              <a:rPr lang="en-US" altLang="ko-KR" sz="1200">
                <a:solidFill>
                  <a:schemeClr val="dk1"/>
                </a:solidFill>
                <a:effectLst/>
              </a:rPr>
              <a:t>567,800	           [AMD] 5세대 라</a:t>
            </a:r>
            <a:r>
              <a:rPr lang="ko-KR" altLang="en-US" sz="1200">
                <a:solidFill>
                  <a:schemeClr val="dk1"/>
                </a:solidFill>
                <a:effectLst/>
              </a:rPr>
              <a:t>이</a:t>
            </a:r>
            <a:r>
              <a:rPr lang="en-US" altLang="ko-KR" sz="1200">
                <a:solidFill>
                  <a:schemeClr val="dk1"/>
                </a:solidFill>
                <a:effectLst/>
              </a:rPr>
              <a:t>젠7 7800X3D</a:t>
            </a:r>
            <a:endParaRPr lang="en-US" altLang="ko-KR" sz="1200">
              <a:solidFill>
                <a:schemeClr val="dk1"/>
              </a:solidFill>
              <a:effectLst/>
            </a:endParaRPr>
          </a:p>
        </p:txBody>
      </p:sp>
      <p:sp>
        <p:nvSpPr>
          <p:cNvPr id="50" name=""/>
          <p:cNvSpPr/>
          <p:nvPr/>
        </p:nvSpPr>
        <p:spPr>
          <a:xfrm>
            <a:off x="2763684" y="1787366"/>
            <a:ext cx="8961118" cy="265747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4510"/>
              </a:srgbClr>
            </a:outerShdw>
          </a:effectLst>
        </p:spPr>
        <p:txBody>
          <a:bodyPr/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1200" b="0" i="0" u="none" strike="noStrike" kern="1200" cap="none" spc="0" normalizeH="0" baseline="0" mc:Ignorable="hp" hp:hslEmbossed="0">
                <a:solidFill>
                  <a:srgbClr val="000000"/>
                </a:solidFill>
                <a:effectLst/>
                <a:latin typeface="Calibri"/>
                <a:ea typeface="맑은 고딕"/>
                <a:cs typeface="Calibri"/>
              </a:rPr>
              <a:t> GPU</a:t>
            </a:r>
            <a:r>
              <a:rPr xmlns:mc="http://schemas.openxmlformats.org/markup-compatibility/2006" xmlns:hp="http://schemas.haansoft.com/office/presentation/8.0" kumimoji="0" lang="ko-KR" altLang="en-US" sz="1200" b="0" i="0" u="none" strike="noStrike" kern="1200" cap="none" spc="0" normalizeH="0" baseline="0" mc:Ignorable="hp" hp:hslEmbossed="0">
                <a:solidFill>
                  <a:srgbClr val="000000"/>
                </a:solidFill>
                <a:effectLst/>
                <a:latin typeface="Calibri"/>
                <a:ea typeface="맑은 고딕"/>
                <a:cs typeface="Calibri"/>
              </a:rPr>
              <a:t>		</a:t>
            </a:r>
            <a:r>
              <a:rPr xmlns:mc="http://schemas.openxmlformats.org/markup-compatibility/2006" xmlns:hp="http://schemas.haansoft.com/office/presentation/8.0" kumimoji="0" lang="en-US" altLang="ko-KR" sz="1200" b="0" i="0" u="none" strike="noStrike" kern="1200" cap="none" spc="0" normalizeH="0" baseline="0" mc:Ignorable="hp" hp:hslEmbossed="0">
                <a:solidFill>
                  <a:srgbClr val="000000"/>
                </a:solidFill>
                <a:effectLst/>
                <a:latin typeface="Calibri"/>
                <a:ea typeface="맑은 고딕"/>
                <a:cs typeface="Calibri"/>
              </a:rPr>
              <a:t>  NVIDIA		   24			      g011		            2,345,000	           			   [NVIDIA] 5080</a:t>
            </a:r>
            <a:endParaRPr xmlns:mc="http://schemas.openxmlformats.org/markup-compatibility/2006" xmlns:hp="http://schemas.haansoft.com/office/presentation/8.0" kumimoji="0" lang="en-US" altLang="ko-KR" sz="1200" b="0" i="0" u="none" strike="noStrike" kern="1200" cap="none" spc="0" normalizeH="0" baseline="0" mc:Ignorable="hp" hp:hslEmbossed="0">
              <a:solidFill>
                <a:srgbClr val="000000"/>
              </a:solidFill>
              <a:effectLst/>
              <a:latin typeface="Calibri"/>
              <a:ea typeface="맑은 고딕"/>
              <a:cs typeface="Calibri"/>
            </a:endParaRPr>
          </a:p>
        </p:txBody>
      </p:sp>
      <p:cxnSp>
        <p:nvCxnSpPr>
          <p:cNvPr id="51" name=""/>
          <p:cNvCxnSpPr/>
          <p:nvPr/>
        </p:nvCxnSpPr>
        <p:spPr>
          <a:xfrm>
            <a:off x="2763684" y="2053113"/>
            <a:ext cx="8961117" cy="0"/>
          </a:xfrm>
          <a:prstGeom prst="line">
            <a:avLst/>
          </a:prstGeom>
          <a:noFill/>
          <a:ln w="25400" cap="flat" cmpd="sng" algn="ctr">
            <a:solidFill>
              <a:srgbClr val="dcdcdc">
                <a:alpha val="100000"/>
              </a:srgbClr>
            </a:solidFill>
            <a:prstDash val="solid"/>
          </a:ln>
          <a:effectLst/>
        </p:spPr>
      </p:cxnSp>
      <p:sp>
        <p:nvSpPr>
          <p:cNvPr id="52" name="Rounded Rectangle 4"/>
          <p:cNvSpPr/>
          <p:nvPr/>
        </p:nvSpPr>
        <p:spPr>
          <a:xfrm>
            <a:off x="9438802" y="5303520"/>
            <a:ext cx="2286000" cy="457200"/>
          </a:xfrm>
          <a:prstGeom prst="roundRect">
            <a:avLst>
              <a:gd name="adj" fmla="val 16667"/>
            </a:avLst>
          </a:prstGeom>
          <a:solidFill>
            <a:srgbClr val="87cefa">
              <a:alpha val="100000"/>
            </a:srgbClr>
          </a:solidFill>
          <a:ln w="9525" cap="flat" cmpd="sng" algn="ctr">
            <a:solidFill>
              <a:srgbClr val="4a7ebb">
                <a:alpha val="100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4510"/>
              </a:srgbClr>
            </a:outerShdw>
          </a:effectLst>
        </p:spPr>
        <p:txBody>
          <a:bodyPr anchor="ctr"/>
          <a:p>
            <a:pPr marL="0" indent="0" algn="ctr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 sz="1400" b="1"/>
            </a:pPr>
            <a:r>
              <a:rPr xmlns:mc="http://schemas.openxmlformats.org/markup-compatibility/2006" xmlns:hp="http://schemas.haansoft.com/office/presentation/8.0" kumimoji="0" lang="ko-KR" altLang="en-US" sz="1400" b="1" i="0" u="none" strike="noStrike" kern="1200" cap="none" spc="0" normalizeH="0" baseline="0" mc:Ignorable="hp" hp:hslEmbossed="0">
                <a:solidFill>
                  <a:schemeClr val="tx1"/>
                </a:solidFill>
                <a:latin typeface="Calibri"/>
                <a:ea typeface="맑은 고딕"/>
                <a:cs typeface="맑은 고딕"/>
              </a:rPr>
              <a:t>상품 추가</a:t>
            </a:r>
            <a:endParaRPr xmlns:mc="http://schemas.openxmlformats.org/markup-compatibility/2006" xmlns:hp="http://schemas.haansoft.com/office/presentation/8.0" kumimoji="0" lang="ko-KR" altLang="en-US" sz="1400" b="1" i="0" u="none" strike="noStrike" kern="1200" cap="none" spc="0" normalizeH="0" baseline="0" mc:Ignorable="hp" hp:hslEmbossed="0">
              <a:solidFill>
                <a:schemeClr val="tx1"/>
              </a:solidFill>
              <a:latin typeface="Calibri"/>
              <a:ea typeface="맑은 고딕"/>
              <a:cs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290581469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7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014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sz="2400" b="1">
                <a:solidFill>
                  <a:srgbClr val="000000"/>
                </a:solidFill>
              </a:rPr>
              <a:t>00COM</a:t>
            </a:r>
            <a:endParaRPr sz="2400" b="1">
              <a:solidFill>
                <a:srgbClr val="000000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857999" y="182880"/>
            <a:ext cx="5053966" cy="30099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sz="1400" b="0">
                <a:solidFill>
                  <a:srgbClr val="000000"/>
                </a:solidFill>
              </a:rPr>
              <a:t>로그인   |   회원가입   |   장바구니   |   마이페이지   |   고객센터</a:t>
            </a:r>
            <a:endParaRPr sz="1400" b="0">
              <a:solidFill>
                <a:srgbClr val="000000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74319" y="1097280"/>
            <a:ext cx="826771" cy="33909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ko-KR" altLang="en-US" sz="1600" b="1">
                <a:solidFill>
                  <a:srgbClr val="000000"/>
                </a:solidFill>
              </a:rPr>
              <a:t>관리자</a:t>
            </a:r>
            <a:endParaRPr lang="ko-KR" altLang="en-US" sz="1600" b="1">
              <a:solidFill>
                <a:srgbClr val="000000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929640" cy="2971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ko-KR" altLang="en-US" sz="1400" b="0">
                <a:solidFill>
                  <a:srgbClr val="000000"/>
                </a:solidFill>
              </a:rPr>
              <a:t>회원관리</a:t>
            </a:r>
            <a:endParaRPr lang="ko-KR" altLang="en-US" sz="1400" b="0">
              <a:solidFill>
                <a:srgbClr val="000000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57200" y="1920240"/>
            <a:ext cx="929640" cy="2971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ko-KR" altLang="en-US" sz="1400" b="1">
                <a:solidFill>
                  <a:srgbClr val="000000"/>
                </a:solidFill>
              </a:rPr>
              <a:t>상품관리</a:t>
            </a:r>
            <a:endParaRPr lang="ko-KR" altLang="en-US" sz="1400" b="1">
              <a:solidFill>
                <a:srgbClr val="000000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57200" y="2377440"/>
            <a:ext cx="472440" cy="2971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1400" b="0">
                <a:solidFill>
                  <a:srgbClr val="000000"/>
                </a:solidFill>
              </a:rPr>
              <a:t>A/S</a:t>
            </a:r>
            <a:endParaRPr lang="ko-KR" altLang="en-US" sz="1400" b="0">
              <a:solidFill>
                <a:srgbClr val="000000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74320" y="5760720"/>
            <a:ext cx="998220" cy="39052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sz="2000" b="1">
                <a:solidFill>
                  <a:srgbClr val="000000"/>
                </a:solidFill>
              </a:rPr>
              <a:t>00COM</a:t>
            </a:r>
            <a:endParaRPr sz="2000" b="1">
              <a:solidFill>
                <a:srgbClr val="000000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828800" y="5760720"/>
            <a:ext cx="4368165" cy="69532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sz="1000" b="0">
                <a:solidFill>
                  <a:srgbClr val="000000"/>
                </a:solidFill>
              </a:rPr>
              <a:t>대표 : 000  |  대표전화 : 0000-0000  |  사업자번호 : 00000000</a:t>
            </a:r>
            <a:endParaRPr sz="1000" b="0">
              <a:solidFill>
                <a:srgbClr val="000000"/>
              </a:solidFill>
            </a:endParaRPr>
          </a:p>
          <a:p>
            <a:pPr lvl="0">
              <a:defRPr/>
            </a:pPr>
            <a:r>
              <a:rPr sz="1000" b="0">
                <a:solidFill>
                  <a:srgbClr val="000000"/>
                </a:solidFill>
              </a:rPr>
              <a:t>주소 : 인천광역시 00구 00동 00 주식회사 00COM  |  FAX : 000-000-0000</a:t>
            </a:r>
            <a:endParaRPr sz="1000" b="0">
              <a:solidFill>
                <a:srgbClr val="000000"/>
              </a:solidFill>
            </a:endParaRPr>
          </a:p>
          <a:p>
            <a:pPr lvl="0">
              <a:defRPr/>
            </a:pPr>
            <a:r>
              <a:rPr sz="1000" b="0">
                <a:solidFill>
                  <a:srgbClr val="000000"/>
                </a:solidFill>
              </a:rPr>
              <a:t>개인정보보호 담당자 : 000  |  이메일 : 000@000.com</a:t>
            </a:r>
            <a:endParaRPr sz="1000" b="0">
              <a:solidFill>
                <a:srgbClr val="000000"/>
              </a:solidFill>
            </a:endParaRPr>
          </a:p>
          <a:p>
            <a:pPr lvl="0">
              <a:defRPr/>
            </a:pPr>
            <a:r>
              <a:rPr sz="1000" b="0">
                <a:solidFill>
                  <a:srgbClr val="000000"/>
                </a:solidFill>
              </a:rPr>
              <a:t>통신판매신고 : 제 0000호  |  개인정보보호배상책임보험 증권번호 00000-00</a:t>
            </a:r>
            <a:endParaRPr sz="1000" b="0">
              <a:solidFill>
                <a:srgbClr val="000000"/>
              </a:solidFill>
            </a:endParaRPr>
          </a:p>
        </p:txBody>
      </p:sp>
      <p:sp>
        <p:nvSpPr>
          <p:cNvPr id="41" name="Rounded Rectangle 4"/>
          <p:cNvSpPr/>
          <p:nvPr/>
        </p:nvSpPr>
        <p:spPr>
          <a:xfrm>
            <a:off x="2763684" y="1107457"/>
            <a:ext cx="8961118" cy="355582"/>
          </a:xfrm>
          <a:prstGeom prst="roundRect">
            <a:avLst>
              <a:gd name="adj" fmla="val 16667"/>
            </a:avLst>
          </a:prstGeom>
          <a:solidFill>
            <a:srgbClr val="dcdcdc">
              <a:alpha val="100000"/>
            </a:srgbClr>
          </a:solidFill>
          <a:ln w="9525" cap="flat" cmpd="sng" algn="ctr">
            <a:solidFill>
              <a:srgbClr val="4a7ebb">
                <a:alpha val="100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4510"/>
              </a:srgbClr>
            </a:outerShdw>
          </a:effectLst>
        </p:spPr>
        <p:txBody>
          <a:bodyPr anchor="ctr"/>
          <a:p>
            <a:pPr marL="0" indent="0" algn="ctr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 sz="1400" b="1"/>
            </a:pPr>
            <a:r>
              <a:rPr xmlns:mc="http://schemas.openxmlformats.org/markup-compatibility/2006" xmlns:hp="http://schemas.haansoft.com/office/presentation/8.0" kumimoji="0" lang="ko-KR" altLang="en-US" sz="1400" b="1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상품 추가 및 수정		</a:t>
            </a:r>
            <a:endParaRPr xmlns:mc="http://schemas.openxmlformats.org/markup-compatibility/2006" xmlns:hp="http://schemas.haansoft.com/office/presentation/8.0" kumimoji="0" lang="ko-KR" altLang="en-US" sz="1400" b="1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46" name=""/>
          <p:cNvSpPr/>
          <p:nvPr/>
        </p:nvSpPr>
        <p:spPr>
          <a:xfrm>
            <a:off x="10276514" y="5976742"/>
            <a:ext cx="1912437" cy="881258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</p:spPr>
        <p:txBody>
          <a:bodyPr/>
          <a:p>
            <a:pPr marL="0" indent="0" algn="ctr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관리자</a:t>
            </a:r>
            <a:endPara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  <a:p>
            <a:pPr marL="0" lvl="0" indent="0" algn="ctr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상품관리</a:t>
            </a:r>
            <a:endPara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  <a:p>
            <a:pPr marL="0" lvl="0" indent="0" algn="ctr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추가</a:t>
            </a:r>
            <a:r>
              <a: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/</a:t>
            </a: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수정</a:t>
            </a:r>
            <a:endPara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52" name="Rounded Rectangle 4"/>
          <p:cNvSpPr/>
          <p:nvPr/>
        </p:nvSpPr>
        <p:spPr>
          <a:xfrm>
            <a:off x="9438802" y="5303520"/>
            <a:ext cx="2286000" cy="457200"/>
          </a:xfrm>
          <a:prstGeom prst="roundRect">
            <a:avLst>
              <a:gd name="adj" fmla="val 16667"/>
            </a:avLst>
          </a:prstGeom>
          <a:solidFill>
            <a:srgbClr val="87cefa">
              <a:alpha val="100000"/>
            </a:srgbClr>
          </a:solidFill>
          <a:ln w="9525" cap="flat" cmpd="sng" algn="ctr">
            <a:solidFill>
              <a:srgbClr val="4a7ebb">
                <a:alpha val="100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4510"/>
              </a:srgbClr>
            </a:outerShdw>
          </a:effectLst>
        </p:spPr>
        <p:txBody>
          <a:bodyPr anchor="ctr"/>
          <a:p>
            <a:pPr marL="0" indent="0" algn="ctr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 sz="1400" b="1"/>
            </a:pPr>
            <a:r>
              <a:rPr xmlns:mc="http://schemas.openxmlformats.org/markup-compatibility/2006" xmlns:hp="http://schemas.haansoft.com/office/presentation/8.0" kumimoji="0" lang="ko-KR" altLang="en-US" sz="1400" b="1" i="0" u="none" strike="noStrike" kern="1200" cap="none" spc="0" normalizeH="0" baseline="0" mc:Ignorable="hp" hp:hslEmbossed="0">
                <a:solidFill>
                  <a:schemeClr val="tx1"/>
                </a:solidFill>
                <a:latin typeface="Calibri"/>
                <a:ea typeface="맑은 고딕"/>
                <a:cs typeface="맑은 고딕"/>
              </a:rPr>
              <a:t>상품 추가</a:t>
            </a:r>
            <a:r>
              <a:rPr xmlns:mc="http://schemas.openxmlformats.org/markup-compatibility/2006" xmlns:hp="http://schemas.haansoft.com/office/presentation/8.0" kumimoji="0" lang="en-US" altLang="ko-KR" sz="1400" b="1" i="0" u="none" strike="noStrike" kern="1200" cap="none" spc="0" normalizeH="0" baseline="0" mc:Ignorable="hp" hp:hslEmbossed="0">
                <a:solidFill>
                  <a:schemeClr val="tx1"/>
                </a:solidFill>
                <a:latin typeface="Calibri"/>
                <a:ea typeface="맑은 고딕"/>
                <a:cs typeface="맑은 고딕"/>
              </a:rPr>
              <a:t>/</a:t>
            </a:r>
            <a:r>
              <a:rPr xmlns:mc="http://schemas.openxmlformats.org/markup-compatibility/2006" xmlns:hp="http://schemas.haansoft.com/office/presentation/8.0" kumimoji="0" lang="ko-KR" altLang="en-US" sz="1400" b="1" i="0" u="none" strike="noStrike" kern="1200" cap="none" spc="0" normalizeH="0" baseline="0" mc:Ignorable="hp" hp:hslEmbossed="0">
                <a:solidFill>
                  <a:schemeClr val="tx1"/>
                </a:solidFill>
                <a:latin typeface="Calibri"/>
                <a:ea typeface="맑은 고딕"/>
                <a:cs typeface="맑은 고딕"/>
              </a:rPr>
              <a:t>수정</a:t>
            </a:r>
            <a:endParaRPr xmlns:mc="http://schemas.openxmlformats.org/markup-compatibility/2006" xmlns:hp="http://schemas.haansoft.com/office/presentation/8.0" kumimoji="0" lang="ko-KR" altLang="en-US" sz="1400" b="1" i="0" u="none" strike="noStrike" kern="1200" cap="none" spc="0" normalizeH="0" baseline="0" mc:Ignorable="hp" hp:hslEmbossed="0">
              <a:solidFill>
                <a:schemeClr val="tx1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53" name="Rectangle 6"/>
          <p:cNvSpPr/>
          <p:nvPr/>
        </p:nvSpPr>
        <p:spPr>
          <a:xfrm>
            <a:off x="2763684" y="1685639"/>
            <a:ext cx="8216765" cy="2767104"/>
          </a:xfrm>
          <a:prstGeom prst="rect">
            <a:avLst/>
          </a:prstGeom>
          <a:solidFill>
            <a:srgbClr val="ffffff">
              <a:alpha val="100000"/>
            </a:srgbClr>
          </a:solidFill>
          <a:ln w="9525" cap="flat" cmpd="sng" algn="ctr">
            <a:solidFill>
              <a:srgbClr val="ffffff">
                <a:alpha val="100000"/>
              </a:srgbClr>
            </a:solidFill>
            <a:prstDash val="solid"/>
          </a:ln>
          <a:effectLst/>
        </p:spPr>
        <p:txBody>
          <a:bodyPr anchor="ctr"/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</a:defRPr>
            </a:pPr>
            <a:r>
              <a:rPr xmlns:mc="http://schemas.openxmlformats.org/markup-compatibility/2006" xmlns:hp="http://schemas.haansoft.com/office/presentation/8.0" kumimoji="0" lang="ko-KR" altLang="en-US" sz="12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종류					</a:t>
            </a:r>
            <a:r>
              <a:rPr xmlns:mc="http://schemas.openxmlformats.org/markup-compatibility/2006" xmlns:hp="http://schemas.haansoft.com/office/presentation/8.0" kumimoji="0" lang="en-US" altLang="ko-KR" sz="12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//</a:t>
            </a:r>
            <a:r>
              <a:rPr xmlns:mc="http://schemas.openxmlformats.org/markup-compatibility/2006" xmlns:hp="http://schemas.haansoft.com/office/presentation/8.0" kumimoji="0" lang="ko-KR" altLang="en-US" sz="12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클릭시 예시와 같이 선택창이나옴	</a:t>
            </a:r>
            <a:endParaRPr xmlns:mc="http://schemas.openxmlformats.org/markup-compatibility/2006" xmlns:hp="http://schemas.haansoft.com/office/presentation/8.0" kumimoji="0" lang="ko-KR" altLang="en-US" sz="12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</a:defRPr>
            </a:pPr>
            <a:r>
              <a:rPr xmlns:mc="http://schemas.openxmlformats.org/markup-compatibility/2006" xmlns:hp="http://schemas.haansoft.com/office/presentation/8.0" kumimoji="0" lang="ko-KR" altLang="en-US" sz="12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 </a:t>
            </a:r>
            <a:endParaRPr xmlns:mc="http://schemas.openxmlformats.org/markup-compatibility/2006" xmlns:hp="http://schemas.haansoft.com/office/presentation/8.0" kumimoji="0" lang="ko-KR" altLang="en-US" sz="12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</a:defRPr>
            </a:pPr>
            <a:r>
              <a:rPr xmlns:mc="http://schemas.openxmlformats.org/markup-compatibility/2006" xmlns:hp="http://schemas.haansoft.com/office/presentation/8.0" kumimoji="0" lang="ko-KR" altLang="en-US" sz="12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브랜드</a:t>
            </a:r>
            <a:endParaRPr xmlns:mc="http://schemas.openxmlformats.org/markup-compatibility/2006" xmlns:hp="http://schemas.haansoft.com/office/presentation/8.0" kumimoji="0" lang="ko-KR" altLang="en-US" sz="12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</a:defRPr>
            </a:pPr>
            <a:endParaRPr xmlns:mc="http://schemas.openxmlformats.org/markup-compatibility/2006" xmlns:hp="http://schemas.haansoft.com/office/presentation/8.0" kumimoji="0" lang="ko-KR" altLang="en-US" sz="12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</a:defRPr>
            </a:pPr>
            <a:r>
              <a:rPr xmlns:mc="http://schemas.openxmlformats.org/markup-compatibility/2006" xmlns:hp="http://schemas.haansoft.com/office/presentation/8.0" kumimoji="0" lang="ko-KR" altLang="en-US" sz="12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수량	</a:t>
            </a:r>
            <a:endParaRPr xmlns:mc="http://schemas.openxmlformats.org/markup-compatibility/2006" xmlns:hp="http://schemas.haansoft.com/office/presentation/8.0" kumimoji="0" lang="ko-KR" altLang="en-US" sz="12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</a:defRPr>
            </a:pPr>
            <a:endParaRPr xmlns:mc="http://schemas.openxmlformats.org/markup-compatibility/2006" xmlns:hp="http://schemas.haansoft.com/office/presentation/8.0" kumimoji="0" lang="ko-KR" altLang="en-US" sz="12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</a:defRPr>
            </a:pPr>
            <a:r>
              <a:rPr xmlns:mc="http://schemas.openxmlformats.org/markup-compatibility/2006" xmlns:hp="http://schemas.haansoft.com/office/presentation/8.0" kumimoji="0" lang="ko-KR" altLang="en-US" sz="12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가격</a:t>
            </a:r>
            <a:endParaRPr xmlns:mc="http://schemas.openxmlformats.org/markup-compatibility/2006" xmlns:hp="http://schemas.haansoft.com/office/presentation/8.0" kumimoji="0" lang="ko-KR" altLang="en-US" sz="12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</a:defRPr>
            </a:pPr>
            <a:endParaRPr xmlns:mc="http://schemas.openxmlformats.org/markup-compatibility/2006" xmlns:hp="http://schemas.haansoft.com/office/presentation/8.0" kumimoji="0" lang="ko-KR" altLang="en-US" sz="12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</a:defRPr>
            </a:pPr>
            <a:r>
              <a:rPr xmlns:mc="http://schemas.openxmlformats.org/markup-compatibility/2006" xmlns:hp="http://schemas.haansoft.com/office/presentation/8.0" kumimoji="0" lang="ko-KR" altLang="en-US" sz="12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제품이름</a:t>
            </a:r>
            <a:endParaRPr xmlns:mc="http://schemas.openxmlformats.org/markup-compatibility/2006" xmlns:hp="http://schemas.haansoft.com/office/presentation/8.0" kumimoji="0" lang="ko-KR" altLang="en-US" sz="12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</a:defRPr>
            </a:pPr>
            <a:endParaRPr xmlns:mc="http://schemas.openxmlformats.org/markup-compatibility/2006" xmlns:hp="http://schemas.haansoft.com/office/presentation/8.0" kumimoji="0" lang="ko-KR" altLang="en-US" sz="12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</a:defRPr>
            </a:pPr>
            <a:r>
              <a:rPr xmlns:mc="http://schemas.openxmlformats.org/markup-compatibility/2006" xmlns:hp="http://schemas.haansoft.com/office/presentation/8.0" kumimoji="0" lang="ko-KR" altLang="en-US" sz="12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이미지</a:t>
            </a:r>
            <a:r>
              <a:rPr xmlns:mc="http://schemas.openxmlformats.org/markup-compatibility/2006" xmlns:hp="http://schemas.haansoft.com/office/presentation/8.0" kumimoji="0" lang="ko-KR" altLang="en-US" sz="10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	</a:t>
            </a:r>
            <a:endParaRPr xmlns:mc="http://schemas.openxmlformats.org/markup-compatibility/2006" xmlns:hp="http://schemas.haansoft.com/office/presentation/8.0" kumimoji="0" lang="ko-KR" altLang="en-US" sz="10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55" name=""/>
          <p:cNvSpPr/>
          <p:nvPr/>
        </p:nvSpPr>
        <p:spPr>
          <a:xfrm>
            <a:off x="3945028" y="2387069"/>
            <a:ext cx="1104451" cy="182671"/>
          </a:xfrm>
          <a:prstGeom prst="rect">
            <a:avLst/>
          </a:prstGeom>
          <a:solidFill>
            <a:srgbClr val="ffffff">
              <a:alpha val="100000"/>
            </a:srgbClr>
          </a:solidFill>
          <a:ln w="9525" cap="flat" cmpd="sng" algn="ctr">
            <a:solidFill>
              <a:srgbClr val="000000">
                <a:alpha val="100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4510"/>
              </a:srgbClr>
            </a:outerShdw>
          </a:effectLst>
        </p:spPr>
        <p:txBody>
          <a:bodyPr/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xmlns:mc="http://schemas.openxmlformats.org/markup-compatibility/2006" xmlns:hp="http://schemas.haansoft.com/office/presentation/8.0" kumimoji="0" sz="1800" b="0" i="0" u="none" strike="noStrike" kern="1200" cap="none" spc="0" normalizeH="0" baseline="0" mc:Ignorable="hp" hp:hslEmbossed="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56" name=""/>
          <p:cNvSpPr/>
          <p:nvPr/>
        </p:nvSpPr>
        <p:spPr>
          <a:xfrm>
            <a:off x="3945028" y="2749126"/>
            <a:ext cx="1110856" cy="182671"/>
          </a:xfrm>
          <a:prstGeom prst="rect">
            <a:avLst/>
          </a:prstGeom>
          <a:solidFill>
            <a:srgbClr val="ffffff">
              <a:alpha val="100000"/>
            </a:srgbClr>
          </a:solidFill>
          <a:ln w="9525" cap="flat" cmpd="sng" algn="ctr">
            <a:solidFill>
              <a:srgbClr val="000000">
                <a:alpha val="100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4510"/>
              </a:srgbClr>
            </a:outerShdw>
          </a:effectLst>
        </p:spPr>
        <p:txBody>
          <a:bodyPr/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xmlns:mc="http://schemas.openxmlformats.org/markup-compatibility/2006" xmlns:hp="http://schemas.haansoft.com/office/presentation/8.0" kumimoji="0" sz="1800" b="0" i="0" u="none" strike="noStrike" kern="1200" cap="none" spc="0" normalizeH="0" baseline="0" mc:Ignorable="hp" hp:hslEmbossed="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57" name=""/>
          <p:cNvSpPr/>
          <p:nvPr/>
        </p:nvSpPr>
        <p:spPr>
          <a:xfrm>
            <a:off x="3945028" y="3120730"/>
            <a:ext cx="1110856" cy="182671"/>
          </a:xfrm>
          <a:prstGeom prst="rect">
            <a:avLst/>
          </a:prstGeom>
          <a:solidFill>
            <a:srgbClr val="ffffff">
              <a:alpha val="100000"/>
            </a:srgbClr>
          </a:solidFill>
          <a:ln w="9525" cap="flat" cmpd="sng" algn="ctr">
            <a:solidFill>
              <a:srgbClr val="000000">
                <a:alpha val="100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4510"/>
              </a:srgbClr>
            </a:outerShdw>
          </a:effectLst>
        </p:spPr>
        <p:txBody>
          <a:bodyPr/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xmlns:mc="http://schemas.openxmlformats.org/markup-compatibility/2006" xmlns:hp="http://schemas.haansoft.com/office/presentation/8.0" kumimoji="0" sz="1800" b="0" i="0" u="none" strike="noStrike" kern="1200" cap="none" spc="0" normalizeH="0" baseline="0" mc:Ignorable="hp" hp:hslEmbossed="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58" name=""/>
          <p:cNvSpPr/>
          <p:nvPr/>
        </p:nvSpPr>
        <p:spPr>
          <a:xfrm>
            <a:off x="3945028" y="3479417"/>
            <a:ext cx="1110856" cy="182671"/>
          </a:xfrm>
          <a:prstGeom prst="rect">
            <a:avLst/>
          </a:prstGeom>
          <a:solidFill>
            <a:srgbClr val="ffffff">
              <a:alpha val="100000"/>
            </a:srgbClr>
          </a:solidFill>
          <a:ln w="9525" cap="flat" cmpd="sng" algn="ctr">
            <a:solidFill>
              <a:srgbClr val="000000">
                <a:alpha val="100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4510"/>
              </a:srgbClr>
            </a:outerShdw>
          </a:effectLst>
        </p:spPr>
        <p:txBody>
          <a:bodyPr/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xmlns:mc="http://schemas.openxmlformats.org/markup-compatibility/2006" xmlns:hp="http://schemas.haansoft.com/office/presentation/8.0" kumimoji="0" sz="1800" b="0" i="0" u="none" strike="noStrike" kern="1200" cap="none" spc="0" normalizeH="0" baseline="0" mc:Ignorable="hp" hp:hslEmbossed="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61" name="Rectangle 5"/>
          <p:cNvSpPr/>
          <p:nvPr/>
        </p:nvSpPr>
        <p:spPr>
          <a:xfrm>
            <a:off x="3945028" y="2015750"/>
            <a:ext cx="800003" cy="201670"/>
          </a:xfrm>
          <a:prstGeom prst="rect">
            <a:avLst/>
          </a:prstGeom>
          <a:solidFill>
            <a:srgbClr val="dcdcdc">
              <a:alpha val="100000"/>
            </a:srgbClr>
          </a:solidFill>
          <a:ln w="9525" cap="flat" cmpd="sng" algn="ctr">
            <a:solidFill>
              <a:srgbClr val="4a7ebb">
                <a:alpha val="100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4510"/>
              </a:srgbClr>
            </a:outerShdw>
          </a:effectLst>
        </p:spPr>
        <p:txBody>
          <a:bodyPr anchor="ctr"/>
          <a:p>
            <a:pPr marL="0" indent="0" algn="ctr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</a:defRPr>
            </a:pPr>
            <a:r>
              <a:rPr xmlns:mc="http://schemas.openxmlformats.org/markup-compatibility/2006" xmlns:hp="http://schemas.haansoft.com/office/presentation/8.0" kumimoji="0" lang="en-US" altLang="ko-KR" sz="10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CPU</a:t>
            </a:r>
            <a:endParaRPr xmlns:mc="http://schemas.openxmlformats.org/markup-compatibility/2006" xmlns:hp="http://schemas.haansoft.com/office/presentation/8.0" kumimoji="0" lang="en-US" altLang="ko-KR" sz="10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63" name="Rectangle 5"/>
          <p:cNvSpPr/>
          <p:nvPr/>
        </p:nvSpPr>
        <p:spPr>
          <a:xfrm>
            <a:off x="3945028" y="3855801"/>
            <a:ext cx="800003" cy="201670"/>
          </a:xfrm>
          <a:prstGeom prst="rect">
            <a:avLst/>
          </a:prstGeom>
          <a:solidFill>
            <a:srgbClr val="dcdcdc">
              <a:alpha val="100000"/>
            </a:srgbClr>
          </a:solidFill>
          <a:ln w="9525" cap="flat" cmpd="sng" algn="ctr">
            <a:solidFill>
              <a:srgbClr val="4a7ebb">
                <a:alpha val="100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4510"/>
              </a:srgbClr>
            </a:outerShdw>
          </a:effectLst>
        </p:spPr>
        <p:txBody>
          <a:bodyPr anchor="ctr"/>
          <a:p>
            <a:pPr marL="0" indent="0" algn="ctr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</a:defRPr>
            </a:pPr>
            <a:r>
              <a:rPr xmlns:mc="http://schemas.openxmlformats.org/markup-compatibility/2006" xmlns:hp="http://schemas.haansoft.com/office/presentation/8.0" kumimoji="0" lang="ko-KR" altLang="en-US" sz="10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찾아보기</a:t>
            </a:r>
            <a:endParaRPr xmlns:mc="http://schemas.openxmlformats.org/markup-compatibility/2006" xmlns:hp="http://schemas.haansoft.com/office/presentation/8.0" kumimoji="0" lang="ko-KR" altLang="en-US" sz="10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65" name="Rectangle 5"/>
          <p:cNvSpPr/>
          <p:nvPr/>
        </p:nvSpPr>
        <p:spPr>
          <a:xfrm>
            <a:off x="1604307" y="2749126"/>
            <a:ext cx="800003" cy="201670"/>
          </a:xfrm>
          <a:prstGeom prst="rect">
            <a:avLst/>
          </a:prstGeom>
          <a:solidFill>
            <a:srgbClr val="dcdcdc">
              <a:alpha val="100000"/>
            </a:srgbClr>
          </a:solidFill>
          <a:ln w="9525" cap="flat" cmpd="sng" algn="ctr">
            <a:solidFill>
              <a:srgbClr val="4a7ebb">
                <a:alpha val="100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4510"/>
              </a:srgbClr>
            </a:outerShdw>
          </a:effectLst>
        </p:spPr>
        <p:txBody>
          <a:bodyPr anchor="ctr"/>
          <a:p>
            <a:pPr marL="0" indent="0" algn="ctr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</a:defRPr>
            </a:pPr>
            <a:r>
              <a:rPr xmlns:mc="http://schemas.openxmlformats.org/markup-compatibility/2006" xmlns:hp="http://schemas.haansoft.com/office/presentation/8.0" kumimoji="0" lang="en-US" altLang="ko-KR" sz="10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CPU</a:t>
            </a:r>
            <a:endParaRPr xmlns:mc="http://schemas.openxmlformats.org/markup-compatibility/2006" xmlns:hp="http://schemas.haansoft.com/office/presentation/8.0" kumimoji="0" lang="en-US" altLang="ko-KR" sz="10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66" name="Rectangle 5"/>
          <p:cNvSpPr/>
          <p:nvPr/>
        </p:nvSpPr>
        <p:spPr>
          <a:xfrm>
            <a:off x="1604307" y="2950796"/>
            <a:ext cx="800003" cy="201670"/>
          </a:xfrm>
          <a:prstGeom prst="rect">
            <a:avLst/>
          </a:prstGeom>
          <a:solidFill>
            <a:srgbClr val="f2f2f2">
              <a:alpha val="100000"/>
            </a:srgbClr>
          </a:solidFill>
          <a:ln w="9525" cap="flat" cmpd="sng" algn="ctr">
            <a:solidFill>
              <a:srgbClr val="4a7ebb">
                <a:alpha val="100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4510"/>
              </a:srgbClr>
            </a:outerShdw>
          </a:effectLst>
        </p:spPr>
        <p:txBody>
          <a:bodyPr anchor="ctr"/>
          <a:p>
            <a:pPr marL="0" indent="0" algn="ctr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</a:defRPr>
            </a:pPr>
            <a:r>
              <a:rPr xmlns:mc="http://schemas.openxmlformats.org/markup-compatibility/2006" xmlns:hp="http://schemas.haansoft.com/office/presentation/8.0" kumimoji="0" lang="en-US" altLang="ko-KR" sz="10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GPU</a:t>
            </a:r>
            <a:endParaRPr xmlns:mc="http://schemas.openxmlformats.org/markup-compatibility/2006" xmlns:hp="http://schemas.haansoft.com/office/presentation/8.0" kumimoji="0" lang="en-US" altLang="ko-KR" sz="10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67" name="Rectangle 5"/>
          <p:cNvSpPr/>
          <p:nvPr/>
        </p:nvSpPr>
        <p:spPr>
          <a:xfrm>
            <a:off x="1604307" y="3152466"/>
            <a:ext cx="800003" cy="201670"/>
          </a:xfrm>
          <a:prstGeom prst="rect">
            <a:avLst/>
          </a:prstGeom>
          <a:solidFill>
            <a:srgbClr val="f2f2f2">
              <a:alpha val="100000"/>
            </a:srgbClr>
          </a:solidFill>
          <a:ln w="9525" cap="flat" cmpd="sng" algn="ctr">
            <a:solidFill>
              <a:srgbClr val="4a7ebb">
                <a:alpha val="100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4510"/>
              </a:srgbClr>
            </a:outerShdw>
          </a:effectLst>
        </p:spPr>
        <p:txBody>
          <a:bodyPr anchor="ctr"/>
          <a:p>
            <a:pPr marL="0" indent="0" algn="ctr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</a:defRPr>
            </a:pPr>
            <a:r>
              <a:rPr xmlns:mc="http://schemas.openxmlformats.org/markup-compatibility/2006" xmlns:hp="http://schemas.haansoft.com/office/presentation/8.0" kumimoji="0" lang="en-US" altLang="ko-KR" sz="10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RAM</a:t>
            </a:r>
            <a:endParaRPr xmlns:mc="http://schemas.openxmlformats.org/markup-compatibility/2006" xmlns:hp="http://schemas.haansoft.com/office/presentation/8.0" kumimoji="0" lang="en-US" altLang="ko-KR" sz="10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68" name="Rectangle 5"/>
          <p:cNvSpPr/>
          <p:nvPr/>
        </p:nvSpPr>
        <p:spPr>
          <a:xfrm>
            <a:off x="1604307" y="3354136"/>
            <a:ext cx="800003" cy="201670"/>
          </a:xfrm>
          <a:prstGeom prst="rect">
            <a:avLst/>
          </a:prstGeom>
          <a:solidFill>
            <a:srgbClr val="f2f2f2">
              <a:alpha val="100000"/>
            </a:srgbClr>
          </a:solidFill>
          <a:ln w="9525" cap="flat" cmpd="sng" algn="ctr">
            <a:solidFill>
              <a:srgbClr val="4a7ebb">
                <a:alpha val="100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4510"/>
              </a:srgbClr>
            </a:outerShdw>
          </a:effectLst>
        </p:spPr>
        <p:txBody>
          <a:bodyPr anchor="ctr"/>
          <a:p>
            <a:pPr marL="0" indent="0" algn="ctr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</a:defRPr>
            </a:pPr>
            <a:r>
              <a:rPr xmlns:mc="http://schemas.openxmlformats.org/markup-compatibility/2006" xmlns:hp="http://schemas.haansoft.com/office/presentation/8.0" kumimoji="0" lang="ko-KR" altLang="en-US" sz="10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메인보드</a:t>
            </a:r>
            <a:endParaRPr xmlns:mc="http://schemas.openxmlformats.org/markup-compatibility/2006" xmlns:hp="http://schemas.haansoft.com/office/presentation/8.0" kumimoji="0" lang="ko-KR" altLang="en-US" sz="10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cxnSp>
        <p:nvCxnSpPr>
          <p:cNvPr id="70" name=""/>
          <p:cNvCxnSpPr>
            <a:stCxn id="61" idx="0"/>
            <a:endCxn id="65" idx="0"/>
          </p:cNvCxnSpPr>
          <p:nvPr/>
        </p:nvCxnSpPr>
        <p:spPr>
          <a:xfrm rot="5400000">
            <a:off x="2807983" y="1212079"/>
            <a:ext cx="733372" cy="2340720"/>
          </a:xfrm>
          <a:prstGeom prst="bentConnector3">
            <a:avLst>
              <a:gd name="adj1" fmla="val -18609"/>
            </a:avLst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354892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8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014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sz="2400" b="1">
                <a:solidFill>
                  <a:srgbClr val="000000"/>
                </a:solidFill>
              </a:rPr>
              <a:t>00COM</a:t>
            </a:r>
            <a:endParaRPr sz="2400" b="1">
              <a:solidFill>
                <a:srgbClr val="000000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857999" y="182880"/>
            <a:ext cx="5053966" cy="30099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sz="1400" b="0">
                <a:solidFill>
                  <a:srgbClr val="000000"/>
                </a:solidFill>
              </a:rPr>
              <a:t>로그인   |   회원가입   |   장바구니   |   마이페이지   |   고객센터</a:t>
            </a:r>
            <a:endParaRPr sz="1400" b="0">
              <a:solidFill>
                <a:srgbClr val="000000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74320" y="5760720"/>
            <a:ext cx="998220" cy="39052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sz="2000" b="1">
                <a:solidFill>
                  <a:srgbClr val="000000"/>
                </a:solidFill>
              </a:rPr>
              <a:t>00COM</a:t>
            </a:r>
            <a:endParaRPr sz="2000" b="1">
              <a:solidFill>
                <a:srgbClr val="000000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828800" y="5760720"/>
            <a:ext cx="4368165" cy="69532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sz="1000" b="0">
                <a:solidFill>
                  <a:srgbClr val="000000"/>
                </a:solidFill>
              </a:rPr>
              <a:t>대표 : 000  |  대표전화 : 0000-0000  |  사업자번호 : 00000000</a:t>
            </a:r>
            <a:endParaRPr sz="1000" b="0">
              <a:solidFill>
                <a:srgbClr val="000000"/>
              </a:solidFill>
            </a:endParaRPr>
          </a:p>
          <a:p>
            <a:pPr lvl="0">
              <a:defRPr/>
            </a:pPr>
            <a:r>
              <a:rPr sz="1000" b="0">
                <a:solidFill>
                  <a:srgbClr val="000000"/>
                </a:solidFill>
              </a:rPr>
              <a:t>주소 : 인천광역시 00구 00동 00 주식회사 00COM  |  FAX : 000-000-0000</a:t>
            </a:r>
            <a:endParaRPr sz="1000" b="0">
              <a:solidFill>
                <a:srgbClr val="000000"/>
              </a:solidFill>
            </a:endParaRPr>
          </a:p>
          <a:p>
            <a:pPr lvl="0">
              <a:defRPr/>
            </a:pPr>
            <a:r>
              <a:rPr sz="1000" b="0">
                <a:solidFill>
                  <a:srgbClr val="000000"/>
                </a:solidFill>
              </a:rPr>
              <a:t>개인정보보호 담당자 : 000  |  이메일 : 000@000.com</a:t>
            </a:r>
            <a:endParaRPr sz="1000" b="0">
              <a:solidFill>
                <a:srgbClr val="000000"/>
              </a:solidFill>
            </a:endParaRPr>
          </a:p>
          <a:p>
            <a:pPr lvl="0">
              <a:defRPr/>
            </a:pPr>
            <a:r>
              <a:rPr sz="1000" b="0">
                <a:solidFill>
                  <a:srgbClr val="000000"/>
                </a:solidFill>
              </a:rPr>
              <a:t>통신판매신고 : 제 0000호  |  개인정보보호배상책임보험 증권번호 00000-00</a:t>
            </a:r>
            <a:endParaRPr sz="1000" b="0">
              <a:solidFill>
                <a:srgbClr val="000000"/>
              </a:solidFill>
            </a:endParaRPr>
          </a:p>
        </p:txBody>
      </p:sp>
      <p:sp>
        <p:nvSpPr>
          <p:cNvPr id="21" name="Rounded Rectangle 4"/>
          <p:cNvSpPr/>
          <p:nvPr/>
        </p:nvSpPr>
        <p:spPr>
          <a:xfrm>
            <a:off x="2763684" y="1107457"/>
            <a:ext cx="8961118" cy="355582"/>
          </a:xfrm>
          <a:prstGeom prst="roundRect">
            <a:avLst>
              <a:gd name="adj" fmla="val 16667"/>
            </a:avLst>
          </a:prstGeom>
          <a:solidFill>
            <a:srgbClr val="dcdcdc">
              <a:alpha val="100000"/>
            </a:srgbClr>
          </a:solidFill>
          <a:ln w="9525" cap="flat" cmpd="sng" algn="ctr">
            <a:solidFill>
              <a:srgbClr val="4a7ebb">
                <a:alpha val="100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4510"/>
              </a:srgbClr>
            </a:outerShdw>
          </a:effectLst>
        </p:spPr>
        <p:txBody>
          <a:bodyPr anchor="ctr"/>
          <a:p>
            <a:pPr marL="0" indent="0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 sz="1400" b="1"/>
            </a:pPr>
            <a:r>
              <a:rPr xmlns:mc="http://schemas.openxmlformats.org/markup-compatibility/2006" xmlns:hp="http://schemas.haansoft.com/office/presentation/8.0" kumimoji="0" lang="ko-KR" altLang="en-US" sz="1400" b="1" i="0" u="none" strike="noStrike" kern="1200" cap="none" spc="0" normalizeH="0" baseline="0" mc:Ignorable="hp" hp:hslEmbossed="0">
                <a:solidFill>
                  <a:schemeClr val="dk1"/>
                </a:solidFill>
                <a:latin typeface="Calibri"/>
                <a:ea typeface="맑은 고딕"/>
                <a:cs typeface="맑은 고딕"/>
              </a:rPr>
              <a:t>   번호	상품번호		날짜					제목							        작성자</a:t>
            </a:r>
            <a:endParaRPr xmlns:mc="http://schemas.openxmlformats.org/markup-compatibility/2006" xmlns:hp="http://schemas.haansoft.com/office/presentation/8.0" kumimoji="0" lang="ko-KR" altLang="en-US" sz="1400" b="1" i="0" u="none" strike="noStrike" kern="1200" cap="none" spc="0" normalizeH="0" baseline="0" mc:Ignorable="hp" hp:hslEmbossed="0">
              <a:solidFill>
                <a:schemeClr val="dk1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22" name=""/>
          <p:cNvSpPr/>
          <p:nvPr/>
        </p:nvSpPr>
        <p:spPr>
          <a:xfrm>
            <a:off x="2763684" y="1463040"/>
            <a:ext cx="8961118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r>
              <a:rPr lang="ko-KR" altLang="en-US">
                <a:solidFill>
                  <a:schemeClr val="dk1"/>
                </a:solidFill>
              </a:rPr>
              <a:t> </a:t>
            </a:r>
            <a:r>
              <a:rPr lang="en-US" altLang="ko-KR">
                <a:solidFill>
                  <a:schemeClr val="dk1"/>
                </a:solidFill>
              </a:rPr>
              <a:t>0002</a:t>
            </a:r>
            <a:r>
              <a:rPr lang="ko-KR" altLang="en-US">
                <a:solidFill>
                  <a:schemeClr val="dk1"/>
                </a:solidFill>
              </a:rPr>
              <a:t>	</a:t>
            </a:r>
            <a:r>
              <a:rPr lang="en-US" altLang="ko-KR">
                <a:solidFill>
                  <a:schemeClr val="dk1"/>
                </a:solidFill>
              </a:rPr>
              <a:t>  c001		03-12			cpu </a:t>
            </a:r>
            <a:r>
              <a:rPr lang="ko-KR" altLang="en-US">
                <a:solidFill>
                  <a:schemeClr val="dk1"/>
                </a:solidFill>
              </a:rPr>
              <a:t>초기불량						     아무개</a:t>
            </a:r>
            <a:endParaRPr lang="ko-KR" altLang="en-US">
              <a:solidFill>
                <a:schemeClr val="dk1"/>
              </a:solidFill>
            </a:endParaRPr>
          </a:p>
        </p:txBody>
      </p:sp>
      <p:cxnSp>
        <p:nvCxnSpPr>
          <p:cNvPr id="23" name=""/>
          <p:cNvCxnSpPr/>
          <p:nvPr/>
        </p:nvCxnSpPr>
        <p:spPr>
          <a:xfrm>
            <a:off x="2763685" y="1920240"/>
            <a:ext cx="8961117" cy="0"/>
          </a:xfrm>
          <a:prstGeom prst="line">
            <a:avLst/>
          </a:prstGeom>
          <a:ln>
            <a:solidFill>
              <a:srgbClr val="dcdc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"/>
          <p:cNvCxnSpPr/>
          <p:nvPr/>
        </p:nvCxnSpPr>
        <p:spPr>
          <a:xfrm>
            <a:off x="2763686" y="2377440"/>
            <a:ext cx="8961117" cy="0"/>
          </a:xfrm>
          <a:prstGeom prst="line">
            <a:avLst/>
          </a:prstGeom>
          <a:noFill/>
          <a:ln w="25400" cap="flat" cmpd="sng" algn="ctr">
            <a:solidFill>
              <a:srgbClr val="dcdcdc">
                <a:alpha val="100000"/>
              </a:srgbClr>
            </a:solidFill>
            <a:prstDash val="solid"/>
          </a:ln>
          <a:effectLst/>
        </p:spPr>
      </p:cxnSp>
      <p:sp>
        <p:nvSpPr>
          <p:cNvPr id="25" name=""/>
          <p:cNvSpPr/>
          <p:nvPr/>
        </p:nvSpPr>
        <p:spPr>
          <a:xfrm>
            <a:off x="2763685" y="1920240"/>
            <a:ext cx="8961118" cy="457200"/>
          </a:xfrm>
          <a:prstGeom prst="rect">
            <a:avLst/>
          </a:prstGeom>
          <a:solidFill>
            <a:srgbClr val="f2f2f2"/>
          </a:solidFill>
          <a:ln w="9525" cap="flat" cmpd="sng" algn="ctr">
            <a:noFill/>
            <a:prstDash val="solid"/>
          </a:ln>
          <a:effectLst/>
        </p:spPr>
        <p:txBody>
          <a:bodyPr/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 </a:t>
            </a:r>
            <a:r>
              <a: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Calibri"/>
              </a:rPr>
              <a:t>0001</a:t>
            </a: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	</a:t>
            </a:r>
            <a:r>
              <a: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Calibri"/>
              </a:rPr>
              <a:t>  g001		03-10			</a:t>
            </a: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Calibri"/>
              </a:rPr>
              <a:t>       오배송</a:t>
            </a: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						     홍길동</a:t>
            </a:r>
            <a:endPara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26" name=""/>
          <p:cNvSpPr/>
          <p:nvPr/>
        </p:nvSpPr>
        <p:spPr>
          <a:xfrm>
            <a:off x="5872661" y="5414635"/>
            <a:ext cx="3512320" cy="274007"/>
          </a:xfrm>
          <a:prstGeom prst="rect">
            <a:avLst/>
          </a:prstGeom>
          <a:solidFill>
            <a:srgbClr val="ffffff">
              <a:alpha val="100000"/>
            </a:srgbClr>
          </a:solidFill>
          <a:ln w="9525" cap="flat" cmpd="sng" algn="ctr">
            <a:solidFill>
              <a:srgbClr val="000000">
                <a:alpha val="100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4510"/>
              </a:srgbClr>
            </a:outerShdw>
          </a:effectLst>
        </p:spPr>
        <p:txBody>
          <a:bodyPr/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xmlns:mc="http://schemas.openxmlformats.org/markup-compatibility/2006" xmlns:hp="http://schemas.haansoft.com/office/presentation/8.0" kumimoji="0" sz="1800" b="0" i="0" u="none" strike="noStrike" kern="1200" cap="none" spc="0" normalizeH="0" baseline="0" mc:Ignorable="hp" hp:hslEmbossed="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27" name="Rounded Rectangle 4"/>
          <p:cNvSpPr/>
          <p:nvPr/>
        </p:nvSpPr>
        <p:spPr>
          <a:xfrm>
            <a:off x="9557401" y="5414635"/>
            <a:ext cx="857251" cy="274007"/>
          </a:xfrm>
          <a:prstGeom prst="roundRect">
            <a:avLst>
              <a:gd name="adj" fmla="val 16667"/>
            </a:avLst>
          </a:prstGeom>
          <a:solidFill>
            <a:srgbClr val="87cefa">
              <a:alpha val="100000"/>
            </a:srgbClr>
          </a:solidFill>
          <a:ln w="9525" cap="flat" cmpd="sng" algn="ctr">
            <a:solidFill>
              <a:srgbClr val="4a7ebb">
                <a:alpha val="100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4510"/>
              </a:srgbClr>
            </a:outerShdw>
          </a:effectLst>
        </p:spPr>
        <p:txBody>
          <a:bodyPr anchor="ctr"/>
          <a:p>
            <a:pPr marL="0" indent="0" algn="ctr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 sz="1400" b="1"/>
            </a:pPr>
            <a:r>
              <a:rPr xmlns:mc="http://schemas.openxmlformats.org/markup-compatibility/2006" xmlns:hp="http://schemas.haansoft.com/office/presentation/8.0" kumimoji="0" lang="ko-KR" altLang="en-US" sz="1400" b="1" i="0" u="none" strike="noStrike" kern="1200" cap="none" spc="0" normalizeH="0" baseline="0" mc:Ignorable="hp" hp:hslEmbossed="0">
                <a:solidFill>
                  <a:schemeClr val="tx1"/>
                </a:solidFill>
                <a:latin typeface="Calibri"/>
                <a:ea typeface="맑은 고딕"/>
                <a:cs typeface="맑은 고딕"/>
              </a:rPr>
              <a:t>검색</a:t>
            </a:r>
            <a:endParaRPr xmlns:mc="http://schemas.openxmlformats.org/markup-compatibility/2006" xmlns:hp="http://schemas.haansoft.com/office/presentation/8.0" kumimoji="0" lang="ko-KR" altLang="en-US" sz="1400" b="1" i="0" u="none" strike="noStrike" kern="1200" cap="none" spc="0" normalizeH="0" baseline="0" mc:Ignorable="hp" hp:hslEmbossed="0">
              <a:solidFill>
                <a:schemeClr val="tx1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28" name="Rounded Rectangle 4"/>
          <p:cNvSpPr/>
          <p:nvPr/>
        </p:nvSpPr>
        <p:spPr>
          <a:xfrm>
            <a:off x="10637416" y="2526030"/>
            <a:ext cx="959534" cy="274007"/>
          </a:xfrm>
          <a:prstGeom prst="roundRect">
            <a:avLst>
              <a:gd name="adj" fmla="val 16667"/>
            </a:avLst>
          </a:prstGeom>
          <a:solidFill>
            <a:srgbClr val="87cefa">
              <a:alpha val="100000"/>
            </a:srgbClr>
          </a:solidFill>
          <a:ln w="9525" cap="flat" cmpd="sng" algn="ctr">
            <a:solidFill>
              <a:srgbClr val="4a7ebb">
                <a:alpha val="100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4510"/>
              </a:srgbClr>
            </a:outerShdw>
          </a:effectLst>
        </p:spPr>
        <p:txBody>
          <a:bodyPr anchor="ctr"/>
          <a:p>
            <a:pPr marL="0" indent="0" algn="ctr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 sz="1400" b="1"/>
            </a:pPr>
            <a:r>
              <a:rPr xmlns:mc="http://schemas.openxmlformats.org/markup-compatibility/2006" xmlns:hp="http://schemas.haansoft.com/office/presentation/8.0" kumimoji="0" lang="ko-KR" altLang="en-US" sz="1400" b="1" i="0" u="none" strike="noStrike" kern="1200" cap="none" spc="0" normalizeH="0" baseline="0" mc:Ignorable="hp" hp:hslEmbossed="0">
                <a:solidFill>
                  <a:schemeClr val="tx1"/>
                </a:solidFill>
                <a:latin typeface="Calibri"/>
                <a:ea typeface="맑은 고딕"/>
                <a:cs typeface="맑은 고딕"/>
              </a:rPr>
              <a:t>답글쓰기</a:t>
            </a:r>
            <a:endParaRPr xmlns:mc="http://schemas.openxmlformats.org/markup-compatibility/2006" xmlns:hp="http://schemas.haansoft.com/office/presentation/8.0" kumimoji="0" lang="ko-KR" altLang="en-US" sz="1400" b="1" i="0" u="none" strike="noStrike" kern="1200" cap="none" spc="0" normalizeH="0" baseline="0" mc:Ignorable="hp" hp:hslEmbossed="0">
              <a:solidFill>
                <a:schemeClr val="tx1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30" name=""/>
          <p:cNvSpPr/>
          <p:nvPr/>
        </p:nvSpPr>
        <p:spPr>
          <a:xfrm>
            <a:off x="10276514" y="5976742"/>
            <a:ext cx="1912437" cy="881258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</p:spPr>
        <p:txBody>
          <a:bodyPr/>
          <a:p>
            <a:pPr marL="0" indent="0" algn="ctr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관리자</a:t>
            </a:r>
            <a:endPara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  <a:p>
            <a:pPr lvl="0" algn="ctr">
              <a:defRPr/>
            </a:pPr>
            <a:r>
              <a:rPr lang="en-US" altLang="ko-KR">
                <a:solidFill>
                  <a:srgbClr val="000000"/>
                </a:solidFill>
              </a:rPr>
              <a:t>A/S</a:t>
            </a:r>
            <a:endParaRPr xmlns:mc="http://schemas.openxmlformats.org/markup-compatibility/2006" xmlns:hp="http://schemas.haansoft.com/office/presentation/8.0" kumimoji="0" lang="ko-KR" altLang="en-US" sz="180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40" name="TextBox 3"/>
          <p:cNvSpPr txBox="1"/>
          <p:nvPr/>
        </p:nvSpPr>
        <p:spPr>
          <a:xfrm>
            <a:off x="274319" y="1097280"/>
            <a:ext cx="826771" cy="339090"/>
          </a:xfrm>
          <a:prstGeom prst="rect">
            <a:avLst/>
          </a:prstGeom>
          <a:noFill/>
        </p:spPr>
        <p:txBody>
          <a:bodyPr wrap="none">
            <a:spAutoFit/>
          </a:bodyPr>
          <a:p>
            <a:pPr marL="0" lv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600" b="1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관리자</a:t>
            </a:r>
            <a:endParaRPr xmlns:mc="http://schemas.openxmlformats.org/markup-compatibility/2006" xmlns:hp="http://schemas.haansoft.com/office/presentation/8.0" kumimoji="0" lang="ko-KR" altLang="en-US" sz="1600" b="1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41" name="TextBox 4"/>
          <p:cNvSpPr txBox="1"/>
          <p:nvPr/>
        </p:nvSpPr>
        <p:spPr>
          <a:xfrm>
            <a:off x="457200" y="1463040"/>
            <a:ext cx="929640" cy="297180"/>
          </a:xfrm>
          <a:prstGeom prst="rect">
            <a:avLst/>
          </a:prstGeom>
          <a:noFill/>
        </p:spPr>
        <p:txBody>
          <a:bodyPr wrap="none">
            <a:spAutoFit/>
          </a:bodyPr>
          <a:p>
            <a:pPr marL="0" lv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4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회원관리</a:t>
            </a:r>
            <a:endParaRPr xmlns:mc="http://schemas.openxmlformats.org/markup-compatibility/2006" xmlns:hp="http://schemas.haansoft.com/office/presentation/8.0" kumimoji="0" lang="ko-KR" altLang="en-US" sz="14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42" name="TextBox 5"/>
          <p:cNvSpPr txBox="1"/>
          <p:nvPr/>
        </p:nvSpPr>
        <p:spPr>
          <a:xfrm>
            <a:off x="457200" y="1920240"/>
            <a:ext cx="929640" cy="297180"/>
          </a:xfrm>
          <a:prstGeom prst="rect">
            <a:avLst/>
          </a:prstGeom>
          <a:noFill/>
        </p:spPr>
        <p:txBody>
          <a:bodyPr wrap="none">
            <a:spAutoFit/>
          </a:bodyPr>
          <a:p>
            <a:pPr marL="0" lv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40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상품관리</a:t>
            </a:r>
            <a:endParaRPr xmlns:mc="http://schemas.openxmlformats.org/markup-compatibility/2006" xmlns:hp="http://schemas.haansoft.com/office/presentation/8.0" kumimoji="0" lang="ko-KR" altLang="en-US" sz="140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43" name="TextBox 6"/>
          <p:cNvSpPr txBox="1"/>
          <p:nvPr/>
        </p:nvSpPr>
        <p:spPr>
          <a:xfrm>
            <a:off x="457200" y="2377440"/>
            <a:ext cx="481965" cy="297180"/>
          </a:xfrm>
          <a:prstGeom prst="rect">
            <a:avLst/>
          </a:prstGeom>
          <a:noFill/>
        </p:spPr>
        <p:txBody>
          <a:bodyPr wrap="none">
            <a:spAutoFit/>
          </a:bodyPr>
          <a:p>
            <a:pPr marL="0" lv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1400" b="1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Calibri"/>
              </a:rPr>
              <a:t>A/S</a:t>
            </a:r>
            <a:endParaRPr xmlns:mc="http://schemas.openxmlformats.org/markup-compatibility/2006" xmlns:hp="http://schemas.haansoft.com/office/presentation/8.0" kumimoji="0" lang="ko-KR" altLang="en-US" sz="1400" b="1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45" name=""/>
          <p:cNvSpPr/>
          <p:nvPr/>
        </p:nvSpPr>
        <p:spPr>
          <a:xfrm>
            <a:off x="2763683" y="2382093"/>
            <a:ext cx="8961118" cy="585052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</p:spPr>
        <p:txBody>
          <a:bodyPr/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cxnSp>
        <p:nvCxnSpPr>
          <p:cNvPr id="46" name=""/>
          <p:cNvCxnSpPr/>
          <p:nvPr/>
        </p:nvCxnSpPr>
        <p:spPr>
          <a:xfrm>
            <a:off x="2763683" y="2967146"/>
            <a:ext cx="8961117" cy="0"/>
          </a:xfrm>
          <a:prstGeom prst="line">
            <a:avLst/>
          </a:prstGeom>
          <a:noFill/>
          <a:ln w="25400" cap="flat" cmpd="sng" algn="ctr">
            <a:solidFill>
              <a:srgbClr val="dcdcdc">
                <a:alpha val="100000"/>
              </a:srgbClr>
            </a:solidFill>
            <a:prstDash val="solid"/>
          </a:ln>
          <a:effectLst/>
        </p:spPr>
      </p:cxnSp>
      <p:cxnSp>
        <p:nvCxnSpPr>
          <p:cNvPr id="47" name=""/>
          <p:cNvCxnSpPr/>
          <p:nvPr/>
        </p:nvCxnSpPr>
        <p:spPr>
          <a:xfrm rot="16200000" flipH="1">
            <a:off x="2875013" y="2600323"/>
            <a:ext cx="148593" cy="0"/>
          </a:xfrm>
          <a:prstGeom prst="line">
            <a:avLst/>
          </a:prstGeom>
          <a:ln w="12700">
            <a:solidFill>
              <a:schemeClr val="dk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"/>
          <p:cNvCxnSpPr/>
          <p:nvPr/>
        </p:nvCxnSpPr>
        <p:spPr>
          <a:xfrm>
            <a:off x="2949310" y="2674620"/>
            <a:ext cx="153421" cy="0"/>
          </a:xfrm>
          <a:prstGeom prst="straightConnector1">
            <a:avLst/>
          </a:prstGeom>
          <a:ln w="12700">
            <a:solidFill>
              <a:schemeClr val="dk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5208829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9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00000"/>
                </a:solidFill>
              </a:rPr>
              <a:t>00COM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0" y="18288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000000"/>
                </a:solidFill>
              </a:rPr>
              <a:t>로그인   |   회원가입   |   장바구니   |   마이페이지   |   고객센터</a:t>
            </a:r>
          </a:p>
        </p:txBody>
      </p:sp>
      <p:sp>
        <p:nvSpPr>
          <p:cNvPr id="4" name="Rectangle 3"/>
          <p:cNvSpPr/>
          <p:nvPr/>
        </p:nvSpPr>
        <p:spPr>
          <a:xfrm>
            <a:off x="608076" y="1828800"/>
            <a:ext cx="5029200" cy="2926080"/>
          </a:xfrm>
          <a:prstGeom prst="rect">
            <a:avLst/>
          </a:prstGeom>
          <a:solidFill>
            <a:srgbClr val="f0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  <a:p>
            <a:pPr lvl="0" algn="ctr">
              <a:defRPr/>
            </a:pPr>
            <a:r>
              <a:rPr sz="1400">
                <a:solidFill>
                  <a:srgbClr val="000000"/>
                </a:solidFill>
              </a:rPr>
              <a:t>개인회원</a:t>
            </a:r>
            <a:endParaRPr sz="1400">
              <a:solidFill>
                <a:srgbClr val="000000"/>
              </a:solidFill>
            </a:endParaRPr>
          </a:p>
          <a:p>
            <a:pPr lvl="0">
              <a:defRPr/>
            </a:pPr>
            <a:endParaRPr sz="1400">
              <a:solidFill>
                <a:srgbClr val="000000"/>
              </a:solidFill>
            </a:endParaRPr>
          </a:p>
          <a:p>
            <a:pPr lvl="0">
              <a:defRPr/>
            </a:pPr>
            <a:endParaRPr sz="1400">
              <a:solidFill>
                <a:srgbClr val="000000"/>
              </a:solidFill>
            </a:endParaRPr>
          </a:p>
          <a:p>
            <a:pPr lvl="0">
              <a:defRPr/>
            </a:pPr>
            <a:r>
              <a:rPr sz="1400">
                <a:solidFill>
                  <a:srgbClr val="000000"/>
                </a:solidFill>
              </a:rPr>
              <a:t>쇼핑물의 다양한 상품과</a:t>
            </a:r>
            <a:endParaRPr sz="1400">
              <a:solidFill>
                <a:srgbClr val="000000"/>
              </a:solidFill>
            </a:endParaRPr>
          </a:p>
          <a:p>
            <a:pPr lvl="0">
              <a:defRPr/>
            </a:pPr>
            <a:r>
              <a:rPr sz="1400">
                <a:solidFill>
                  <a:srgbClr val="000000"/>
                </a:solidFill>
              </a:rPr>
              <a:t>저렴한 가격 이벤트로</a:t>
            </a:r>
            <a:endParaRPr sz="1400">
              <a:solidFill>
                <a:srgbClr val="000000"/>
              </a:solidFill>
            </a:endParaRPr>
          </a:p>
          <a:p>
            <a:pPr lvl="0">
              <a:defRPr/>
            </a:pPr>
            <a:r>
              <a:rPr sz="1400">
                <a:solidFill>
                  <a:srgbClr val="000000"/>
                </a:solidFill>
              </a:rPr>
              <a:t>최고의 서비스를 드립니다.</a:t>
            </a:r>
            <a:endParaRPr sz="1400">
              <a:solidFill>
                <a:srgbClr val="000000"/>
              </a:solidFill>
            </a:endParaRPr>
          </a:p>
          <a:p>
            <a:pPr lvl="0">
              <a:defRPr/>
            </a:pPr>
            <a:endParaRPr sz="1400">
              <a:solidFill>
                <a:srgbClr val="000000"/>
              </a:solidFill>
            </a:endParaRPr>
          </a:p>
          <a:p>
            <a:pPr lvl="0">
              <a:defRPr/>
            </a:pPr>
            <a:endParaRPr sz="1400">
              <a:solidFill>
                <a:srgbClr val="000000"/>
              </a:solidFill>
            </a:endParaRPr>
          </a:p>
          <a:p>
            <a:pPr lvl="0">
              <a:defRPr/>
            </a:pPr>
            <a:endParaRPr sz="1400">
              <a:solidFill>
                <a:srgbClr val="000000"/>
              </a:solidFill>
            </a:endParaRPr>
          </a:p>
          <a:p>
            <a:pPr lvl="0">
              <a:defRPr/>
            </a:pPr>
            <a:endParaRPr sz="1400">
              <a:solidFill>
                <a:srgbClr val="000000"/>
              </a:solidFill>
            </a:endParaRPr>
          </a:p>
          <a:p>
            <a:pPr lvl="0">
              <a:defRPr/>
            </a:pPr>
            <a:endParaRPr sz="1400">
              <a:solidFill>
                <a:srgbClr val="000000"/>
              </a:solidFill>
            </a:endParaRPr>
          </a:p>
          <a:p>
            <a:pPr lvl="0">
              <a:defRPr/>
            </a:pPr>
            <a:endParaRPr sz="1400">
              <a:solidFill>
                <a:srgbClr val="000000"/>
              </a:solidFill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1979676" y="4114800"/>
            <a:ext cx="2286000" cy="457200"/>
          </a:xfrm>
          <a:prstGeom prst="roundRect">
            <a:avLst>
              <a:gd name="adj" fmla="val 16667"/>
            </a:avLst>
          </a:prstGeom>
          <a:solidFill>
            <a:srgbClr val="87ce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 sz="1400" b="1"/>
            </a:pPr>
            <a:r>
              <a:rPr lang="ko-KR" altLang="en-US">
                <a:solidFill>
                  <a:schemeClr val="dk1"/>
                </a:solidFill>
              </a:rPr>
              <a:t>가입하기</a:t>
            </a:r>
            <a:endParaRPr lang="ko-KR" altLang="en-US">
              <a:solidFill>
                <a:schemeClr val="dk1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551676" y="1828800"/>
            <a:ext cx="5029200" cy="2926080"/>
          </a:xfrm>
          <a:prstGeom prst="rect">
            <a:avLst/>
          </a:prstGeom>
          <a:solidFill>
            <a:srgbClr val="fffacd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  <a:p>
            <a:pPr lvl="0" algn="ctr">
              <a:defRPr/>
            </a:pPr>
            <a:r>
              <a:rPr sz="1400">
                <a:solidFill>
                  <a:srgbClr val="000000"/>
                </a:solidFill>
              </a:rPr>
              <a:t>사업자회원</a:t>
            </a:r>
            <a:endParaRPr sz="1400">
              <a:solidFill>
                <a:srgbClr val="000000"/>
              </a:solidFill>
            </a:endParaRPr>
          </a:p>
          <a:p>
            <a:pPr lvl="0">
              <a:defRPr/>
            </a:pPr>
            <a:endParaRPr sz="1400">
              <a:solidFill>
                <a:srgbClr val="000000"/>
              </a:solidFill>
            </a:endParaRPr>
          </a:p>
          <a:p>
            <a:pPr lvl="0">
              <a:defRPr/>
            </a:pPr>
            <a:endParaRPr sz="1400">
              <a:solidFill>
                <a:srgbClr val="000000"/>
              </a:solidFill>
            </a:endParaRPr>
          </a:p>
          <a:p>
            <a:pPr lvl="0">
              <a:defRPr/>
            </a:pPr>
            <a:r>
              <a:rPr sz="1400">
                <a:solidFill>
                  <a:srgbClr val="000000"/>
                </a:solidFill>
              </a:rPr>
              <a:t>컴퓨터 도소매, pc방</a:t>
            </a:r>
            <a:endParaRPr sz="1400">
              <a:solidFill>
                <a:srgbClr val="000000"/>
              </a:solidFill>
            </a:endParaRPr>
          </a:p>
          <a:p>
            <a:pPr lvl="0">
              <a:defRPr/>
            </a:pPr>
            <a:r>
              <a:rPr sz="1400">
                <a:solidFill>
                  <a:srgbClr val="000000"/>
                </a:solidFill>
              </a:rPr>
              <a:t>운영자 등 구매가 많은</a:t>
            </a:r>
            <a:endParaRPr sz="1400">
              <a:solidFill>
                <a:srgbClr val="000000"/>
              </a:solidFill>
            </a:endParaRPr>
          </a:p>
          <a:p>
            <a:pPr lvl="0">
              <a:defRPr/>
            </a:pPr>
            <a:r>
              <a:rPr sz="1400">
                <a:solidFill>
                  <a:srgbClr val="000000"/>
                </a:solidFill>
              </a:rPr>
              <a:t>고객님께서 더욱 저렴하게</a:t>
            </a:r>
            <a:endParaRPr sz="1400">
              <a:solidFill>
                <a:srgbClr val="000000"/>
              </a:solidFill>
            </a:endParaRPr>
          </a:p>
          <a:p>
            <a:pPr lvl="0">
              <a:defRPr/>
            </a:pPr>
            <a:r>
              <a:rPr sz="1400">
                <a:solidFill>
                  <a:srgbClr val="000000"/>
                </a:solidFill>
              </a:rPr>
              <a:t>구매 하실수 있도록 최적의</a:t>
            </a:r>
            <a:endParaRPr sz="1400">
              <a:solidFill>
                <a:srgbClr val="000000"/>
              </a:solidFill>
            </a:endParaRPr>
          </a:p>
          <a:p>
            <a:pPr lvl="0">
              <a:defRPr/>
            </a:pPr>
            <a:r>
              <a:rPr sz="1400">
                <a:solidFill>
                  <a:srgbClr val="000000"/>
                </a:solidFill>
              </a:rPr>
              <a:t>서비스를 제공해 드립니다.</a:t>
            </a:r>
            <a:endParaRPr sz="1400">
              <a:solidFill>
                <a:srgbClr val="000000"/>
              </a:solidFill>
            </a:endParaRPr>
          </a:p>
          <a:p>
            <a:pPr lvl="0">
              <a:defRPr/>
            </a:pPr>
            <a:endParaRPr sz="1400">
              <a:solidFill>
                <a:srgbClr val="000000"/>
              </a:solidFill>
            </a:endParaRPr>
          </a:p>
          <a:p>
            <a:pPr lvl="0">
              <a:defRPr/>
            </a:pPr>
            <a:endParaRPr sz="1400">
              <a:solidFill>
                <a:srgbClr val="000000"/>
              </a:solidFill>
            </a:endParaRPr>
          </a:p>
          <a:p>
            <a:pPr lvl="0">
              <a:defRPr/>
            </a:pPr>
            <a:endParaRPr sz="1400">
              <a:solidFill>
                <a:srgbClr val="000000"/>
              </a:solidFill>
            </a:endParaRPr>
          </a:p>
          <a:p>
            <a:pPr lvl="0">
              <a:defRPr/>
            </a:pPr>
            <a:endParaRPr sz="1400">
              <a:solidFill>
                <a:srgbClr val="000000"/>
              </a:solidFill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7923276" y="4114800"/>
            <a:ext cx="2286000" cy="457200"/>
          </a:xfrm>
          <a:prstGeom prst="roundRect">
            <a:avLst>
              <a:gd name="adj" fmla="val 16667"/>
            </a:avLst>
          </a:prstGeom>
          <a:solidFill>
            <a:srgbClr val="ffd7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 sz="1400" b="1"/>
            </a:pPr>
            <a:r>
              <a:rPr lang="ko-KR" altLang="en-US">
                <a:solidFill>
                  <a:schemeClr val="dk1"/>
                </a:solidFill>
              </a:rPr>
              <a:t>가입하기</a:t>
            </a:r>
            <a:endParaRPr lang="ko-KR" altLang="en-US">
              <a:solidFill>
                <a:schemeClr val="dk1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74320" y="57607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000000"/>
                </a:solidFill>
              </a:rPr>
              <a:t>00COM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576072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000000"/>
                </a:solidFill>
              </a:rPr>
              <a:t>대표 : 000  |  대표전화 : 0000-0000  |  사업자번호 : 00000000
주소 : 인천광역시 00구 00동 00 주식회사 00COM  |  FAX : 000-000-0000
개인정보보호 담당자 : 000  |  이메일 : 000@000.com
통신판매신고 : 제 0000호  |  개인정보보호배상책임보험 증권번호 00000-00</a:t>
            </a:r>
          </a:p>
        </p:txBody>
      </p:sp>
      <p:sp>
        <p:nvSpPr>
          <p:cNvPr id="10" name=""/>
          <p:cNvSpPr/>
          <p:nvPr/>
        </p:nvSpPr>
        <p:spPr>
          <a:xfrm>
            <a:off x="10276514" y="5976742"/>
            <a:ext cx="1912437" cy="881258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</p:spPr>
        <p:txBody>
          <a:bodyPr/>
          <a:p>
            <a:pPr marL="0" indent="0" algn="ctr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회원가입</a:t>
            </a:r>
            <a:endPara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  <a:p>
            <a:pPr marL="0" indent="0" algn="ctr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회원 타입 선택</a:t>
            </a:r>
            <a:endPara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0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00000"/>
                </a:solidFill>
              </a:rPr>
              <a:t>00COM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0" y="18288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000000"/>
                </a:solidFill>
              </a:rPr>
              <a:t>로그인   |   회원가입   |   장바구니   |   마이페이지   |   고객센터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7607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000000"/>
                </a:solidFill>
              </a:rPr>
              <a:t>00COM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576072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000000"/>
                </a:solidFill>
              </a:rPr>
              <a:t>대표 : 000  |  대표전화 : 0000-0000  |  사업자번호 : 00000000
주소 : 인천광역시 00구 00동 00 주식회사 00COM  |  FAX : 000-000-0000
개인정보보호 담당자 : 000  |  이메일 : 000@000.com
통신판매신고 : 제 0000호  |  개인정보보호배상책임보험 증권번호 00000-00</a:t>
            </a:r>
          </a:p>
        </p:txBody>
      </p:sp>
      <p:sp>
        <p:nvSpPr>
          <p:cNvPr id="6" name="Rectangle 5"/>
          <p:cNvSpPr/>
          <p:nvPr/>
        </p:nvSpPr>
        <p:spPr>
          <a:xfrm>
            <a:off x="928116" y="1097280"/>
            <a:ext cx="3200400" cy="731520"/>
          </a:xfrm>
          <a:prstGeom prst="rect">
            <a:avLst/>
          </a:prstGeom>
          <a:solidFill>
            <a:srgbClr val="87CE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600">
                <a:solidFill>
                  <a:srgbClr val="000000"/>
                </a:solidFill>
              </a:defRPr>
            </a:pPr>
            <a:r>
              <a:t>STEP 1 약관동의</a:t>
            </a:r>
          </a:p>
        </p:txBody>
      </p:sp>
      <p:sp>
        <p:nvSpPr>
          <p:cNvPr id="7" name="Rectangle 6"/>
          <p:cNvSpPr/>
          <p:nvPr/>
        </p:nvSpPr>
        <p:spPr>
          <a:xfrm>
            <a:off x="4494276" y="1097280"/>
            <a:ext cx="3200400" cy="731520"/>
          </a:xfrm>
          <a:prstGeom prst="rect">
            <a:avLst/>
          </a:prstGeom>
          <a:solidFill>
            <a:srgbClr val="DCDCD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600">
                <a:solidFill>
                  <a:srgbClr val="000000"/>
                </a:solidFill>
              </a:defRPr>
            </a:pPr>
            <a:r>
              <a:t>STEP 2 정보입력</a:t>
            </a:r>
          </a:p>
        </p:txBody>
      </p:sp>
      <p:sp>
        <p:nvSpPr>
          <p:cNvPr id="8" name="Rectangle 7"/>
          <p:cNvSpPr/>
          <p:nvPr/>
        </p:nvSpPr>
        <p:spPr>
          <a:xfrm>
            <a:off x="8060436" y="1097280"/>
            <a:ext cx="3200400" cy="731520"/>
          </a:xfrm>
          <a:prstGeom prst="rect">
            <a:avLst/>
          </a:prstGeom>
          <a:solidFill>
            <a:srgbClr val="DCDCD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600">
                <a:solidFill>
                  <a:srgbClr val="000000"/>
                </a:solidFill>
              </a:defRPr>
            </a:pPr>
            <a:r>
              <a:t>STEP 3 가입완료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19456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000000"/>
                </a:solidFill>
              </a:rPr>
              <a:t>이용약관</a:t>
            </a:r>
          </a:p>
        </p:txBody>
      </p:sp>
      <p:sp>
        <p:nvSpPr>
          <p:cNvPr id="10" name="Rectangle 6"/>
          <p:cNvSpPr/>
          <p:nvPr/>
        </p:nvSpPr>
        <p:spPr>
          <a:xfrm>
            <a:off x="928116" y="2651760"/>
            <a:ext cx="10332720" cy="1827548"/>
          </a:xfrm>
          <a:prstGeom prst="rect">
            <a:avLst/>
          </a:prstGeom>
          <a:solidFill>
            <a:srgbClr val="dcdcdc">
              <a:alpha val="100000"/>
            </a:srgbClr>
          </a:solidFill>
          <a:ln w="9525" cap="flat" cmpd="sng" algn="ctr">
            <a:solidFill>
              <a:srgbClr val="4a7ebb">
                <a:alpha val="100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anchor="ctr"/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</a:defRPr>
            </a:pPr>
            <a:r>
              <a:rPr xmlns:mc="http://schemas.openxmlformats.org/markup-compatibility/2006" xmlns:hp="http://schemas.haansoft.com/office/presentation/8.0" kumimoji="0" lang="en-US" altLang="ko-KR" sz="1600" b="0" i="0" u="none" strike="noStrike" kern="1200" cap="none" spc="0" normalizeH="0" baseline="0" mc:Ignorable="hp" hp:hslEmbossed="0">
                <a:solidFill>
                  <a:schemeClr val="accent3"/>
                </a:solidFill>
                <a:latin typeface="Calibri"/>
                <a:ea typeface="맑은 고딕"/>
                <a:cs typeface="맑은 고딕"/>
              </a:rPr>
              <a:t>//</a:t>
            </a:r>
            <a:r>
              <a: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  <a:solidFill>
                  <a:schemeClr val="accent3"/>
                </a:solidFill>
                <a:latin typeface="Calibri"/>
                <a:ea typeface="맑은 고딕"/>
                <a:cs typeface="맑은 고딕"/>
              </a:rPr>
              <a:t>약관내용</a:t>
            </a: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chemeClr val="accent3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11" name="TextBox 8"/>
          <p:cNvSpPr txBox="1"/>
          <p:nvPr/>
        </p:nvSpPr>
        <p:spPr>
          <a:xfrm>
            <a:off x="928115" y="4551071"/>
            <a:ext cx="2887599" cy="238099"/>
          </a:xfrm>
          <a:prstGeom prst="rect">
            <a:avLst/>
          </a:prstGeom>
          <a:noFill/>
        </p:spPr>
        <p:txBody>
          <a:bodyPr wrap="none">
            <a:spAutoFit/>
          </a:bodyPr>
          <a:p>
            <a:pPr marL="0" lv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sz="100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이용약관에 동의 하시겠습니까?</a:t>
            </a:r>
            <a:r>
              <a:rPr xmlns:mc="http://schemas.openxmlformats.org/markup-compatibility/2006" xmlns:hp="http://schemas.haansoft.com/office/presentation/8.0" kumimoji="0" lang="ko-KR" altLang="en-US" sz="100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		</a:t>
            </a:r>
            <a:r>
              <a:rPr xmlns:mc="http://schemas.openxmlformats.org/markup-compatibility/2006" xmlns:hp="http://schemas.haansoft.com/office/presentation/8.0" kumimoji="0" sz="100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동의함</a:t>
            </a:r>
            <a:endParaRPr xmlns:mc="http://schemas.openxmlformats.org/markup-compatibility/2006" xmlns:hp="http://schemas.haansoft.com/office/presentation/8.0" kumimoji="0" sz="100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14" name=""/>
          <p:cNvSpPr/>
          <p:nvPr/>
        </p:nvSpPr>
        <p:spPr>
          <a:xfrm>
            <a:off x="3119545" y="4610596"/>
            <a:ext cx="123955" cy="119049"/>
          </a:xfrm>
          <a:prstGeom prst="rect">
            <a:avLst/>
          </a:prstGeom>
          <a:solidFill>
            <a:schemeClr val="lt1"/>
          </a:solidFill>
          <a:ln>
            <a:solidFill>
              <a:schemeClr val="dk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15" name="Rounded Rectangle 4"/>
          <p:cNvSpPr/>
          <p:nvPr/>
        </p:nvSpPr>
        <p:spPr>
          <a:xfrm>
            <a:off x="4951476" y="5192612"/>
            <a:ext cx="2286000" cy="457200"/>
          </a:xfrm>
          <a:prstGeom prst="roundRect">
            <a:avLst>
              <a:gd name="adj" fmla="val 16667"/>
            </a:avLst>
          </a:prstGeom>
          <a:solidFill>
            <a:srgbClr val="87cefa">
              <a:alpha val="100000"/>
            </a:srgbClr>
          </a:solidFill>
          <a:ln w="9525" cap="flat" cmpd="sng" algn="ctr">
            <a:solidFill>
              <a:srgbClr val="4a7ebb">
                <a:alpha val="100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4510"/>
              </a:srgbClr>
            </a:outerShdw>
          </a:effectLst>
        </p:spPr>
        <p:txBody>
          <a:bodyPr anchor="ctr"/>
          <a:p>
            <a:pPr marL="0" indent="0" algn="ctr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 sz="1400" b="1"/>
            </a:pPr>
            <a:r>
              <a:rPr xmlns:mc="http://schemas.openxmlformats.org/markup-compatibility/2006" xmlns:hp="http://schemas.haansoft.com/office/presentation/8.0" kumimoji="0" lang="ko-KR" altLang="en-US" sz="1400" b="1" i="0" u="none" strike="noStrike" kern="1200" cap="none" spc="0" normalizeH="0" baseline="0" mc:Ignorable="hp" hp:hslEmbossed="0">
                <a:solidFill>
                  <a:schemeClr val="tx1"/>
                </a:solidFill>
                <a:latin typeface="Calibri"/>
                <a:ea typeface="맑은 고딕"/>
                <a:cs typeface="맑은 고딕"/>
              </a:rPr>
              <a:t>다음 단계</a:t>
            </a:r>
            <a:endParaRPr xmlns:mc="http://schemas.openxmlformats.org/markup-compatibility/2006" xmlns:hp="http://schemas.haansoft.com/office/presentation/8.0" kumimoji="0" lang="ko-KR" altLang="en-US" sz="1400" b="1" i="0" u="none" strike="noStrike" kern="1200" cap="none" spc="0" normalizeH="0" baseline="0" mc:Ignorable="hp" hp:hslEmbossed="0">
              <a:solidFill>
                <a:schemeClr val="tx1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16" name=""/>
          <p:cNvSpPr/>
          <p:nvPr/>
        </p:nvSpPr>
        <p:spPr>
          <a:xfrm>
            <a:off x="10276514" y="5976742"/>
            <a:ext cx="1912437" cy="881258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</p:spPr>
        <p:txBody>
          <a:bodyPr/>
          <a:p>
            <a:pPr marL="0" indent="0" algn="ctr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회원가입</a:t>
            </a:r>
            <a:endPara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  <a:p>
            <a:pPr marL="0" indent="0" algn="ctr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약관</a:t>
            </a:r>
            <a:endPara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014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sz="2400" b="1">
                <a:solidFill>
                  <a:srgbClr val="000000"/>
                </a:solidFill>
              </a:rPr>
              <a:t>00COM</a:t>
            </a:r>
            <a:endParaRPr sz="2400" b="1">
              <a:solidFill>
                <a:srgbClr val="000000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857999" y="182880"/>
            <a:ext cx="5053966" cy="30099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sz="1400" b="0">
                <a:solidFill>
                  <a:srgbClr val="000000"/>
                </a:solidFill>
              </a:rPr>
              <a:t>로그인   |   회원가입   |   장바구니   |   마이페이지   |   고객센터</a:t>
            </a:r>
            <a:endParaRPr sz="1400" b="0">
              <a:solidFill>
                <a:srgbClr val="000000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74320" y="5760720"/>
            <a:ext cx="998220" cy="39052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sz="2000" b="1">
                <a:solidFill>
                  <a:srgbClr val="000000"/>
                </a:solidFill>
              </a:rPr>
              <a:t>00COM</a:t>
            </a:r>
            <a:endParaRPr sz="2000" b="1">
              <a:solidFill>
                <a:srgbClr val="000000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828800" y="5760720"/>
            <a:ext cx="4368165" cy="69532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sz="1000" b="0">
                <a:solidFill>
                  <a:srgbClr val="000000"/>
                </a:solidFill>
              </a:rPr>
              <a:t>대표 : 000  |  대표전화 : 0000-0000  |  사업자번호 : 00000000</a:t>
            </a:r>
            <a:endParaRPr sz="1000" b="0">
              <a:solidFill>
                <a:srgbClr val="000000"/>
              </a:solidFill>
            </a:endParaRPr>
          </a:p>
          <a:p>
            <a:pPr lvl="0">
              <a:defRPr/>
            </a:pPr>
            <a:r>
              <a:rPr sz="1000" b="0">
                <a:solidFill>
                  <a:srgbClr val="000000"/>
                </a:solidFill>
              </a:rPr>
              <a:t>주소 : 인천광역시 00구 00동 00 주식회사 00COM  |  FAX : 000-000-0000</a:t>
            </a:r>
            <a:endParaRPr sz="1000" b="0">
              <a:solidFill>
                <a:srgbClr val="000000"/>
              </a:solidFill>
            </a:endParaRPr>
          </a:p>
          <a:p>
            <a:pPr lvl="0">
              <a:defRPr/>
            </a:pPr>
            <a:r>
              <a:rPr sz="1000" b="0">
                <a:solidFill>
                  <a:srgbClr val="000000"/>
                </a:solidFill>
              </a:rPr>
              <a:t>개인정보보호 담당자 : 000  |  이메일 : 000@000.com</a:t>
            </a:r>
            <a:endParaRPr sz="1000" b="0">
              <a:solidFill>
                <a:srgbClr val="000000"/>
              </a:solidFill>
            </a:endParaRPr>
          </a:p>
          <a:p>
            <a:pPr lvl="0">
              <a:defRPr/>
            </a:pPr>
            <a:r>
              <a:rPr sz="1000" b="0">
                <a:solidFill>
                  <a:srgbClr val="000000"/>
                </a:solidFill>
              </a:rPr>
              <a:t>통신판매신고 : 제 0000호  |  개인정보보호배상책임보험 증권번호 00000-00</a:t>
            </a:r>
            <a:endParaRPr sz="1000" b="0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928116" y="1097280"/>
            <a:ext cx="3200400" cy="731520"/>
          </a:xfrm>
          <a:prstGeom prst="rect">
            <a:avLst/>
          </a:prstGeom>
          <a:solidFill>
            <a:srgbClr val="dcdcd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>
              <a:defRPr sz="1600">
                <a:solidFill>
                  <a:srgbClr val="000000"/>
                </a:solidFill>
              </a:defRPr>
            </a:pPr>
            <a:r>
              <a:rPr lang="ko-KR" altLang="en-US">
                <a:solidFill>
                  <a:schemeClr val="tx1"/>
                </a:solidFill>
              </a:rPr>
              <a:t>STEP 1 약관동의</a:t>
            </a:r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4494276" y="1097280"/>
            <a:ext cx="3200400" cy="731520"/>
          </a:xfrm>
          <a:prstGeom prst="rect">
            <a:avLst/>
          </a:prstGeom>
          <a:solidFill>
            <a:srgbClr val="87ce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>
              <a:defRPr sz="1600">
                <a:solidFill>
                  <a:srgbClr val="000000"/>
                </a:solidFill>
              </a:defRPr>
            </a:pPr>
            <a:r>
              <a:rPr lang="ko-KR" altLang="en-US">
                <a:solidFill>
                  <a:schemeClr val="dk1"/>
                </a:solidFill>
              </a:rPr>
              <a:t>STEP 2 정보입력</a:t>
            </a:r>
            <a:endParaRPr lang="ko-KR" altLang="en-US">
              <a:solidFill>
                <a:schemeClr val="dk1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8060436" y="1097280"/>
            <a:ext cx="3200400" cy="731520"/>
          </a:xfrm>
          <a:prstGeom prst="rect">
            <a:avLst/>
          </a:prstGeom>
          <a:solidFill>
            <a:srgbClr val="dcdcd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>
              <a:defRPr sz="1600">
                <a:solidFill>
                  <a:srgbClr val="000000"/>
                </a:solidFill>
              </a:defRPr>
            </a:pPr>
            <a:r>
              <a:rPr lang="ko-KR" altLang="en-US"/>
              <a:t>STEP 3 가입완료</a:t>
            </a:r>
            <a:endParaRPr lang="ko-KR" altLang="en-US"/>
          </a:p>
        </p:txBody>
      </p:sp>
      <p:sp>
        <p:nvSpPr>
          <p:cNvPr id="9" name="TextBox 8"/>
          <p:cNvSpPr txBox="1"/>
          <p:nvPr/>
        </p:nvSpPr>
        <p:spPr>
          <a:xfrm>
            <a:off x="928115" y="1966221"/>
            <a:ext cx="1135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ko-KR" altLang="en-US" sz="1800" b="1">
                <a:solidFill>
                  <a:srgbClr val="000000"/>
                </a:solidFill>
              </a:rPr>
              <a:t>회원정보</a:t>
            </a:r>
            <a:endParaRPr lang="ko-KR" altLang="en-US" sz="1800" b="1">
              <a:solidFill>
                <a:srgbClr val="000000"/>
              </a:solidFill>
            </a:endParaRPr>
          </a:p>
        </p:txBody>
      </p:sp>
      <p:sp>
        <p:nvSpPr>
          <p:cNvPr id="10" name="Rectangle 6"/>
          <p:cNvSpPr/>
          <p:nvPr/>
        </p:nvSpPr>
        <p:spPr>
          <a:xfrm>
            <a:off x="928116" y="2331981"/>
            <a:ext cx="10332720" cy="2767104"/>
          </a:xfrm>
          <a:prstGeom prst="rect">
            <a:avLst/>
          </a:prstGeom>
          <a:solidFill>
            <a:schemeClr val="lt1"/>
          </a:solidFill>
          <a:ln w="9525" cap="flat" cmpd="sng" algn="ctr">
            <a:solidFill>
              <a:schemeClr val="lt1">
                <a:alpha val="100000"/>
              </a:schemeClr>
            </a:solidFill>
            <a:prstDash val="solid"/>
          </a:ln>
          <a:effectLst/>
        </p:spPr>
        <p:txBody>
          <a:bodyPr anchor="ctr"/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</a:defRPr>
            </a:pPr>
            <a:r>
              <a:rPr xmlns:mc="http://schemas.openxmlformats.org/markup-compatibility/2006" xmlns:hp="http://schemas.haansoft.com/office/presentation/8.0" kumimoji="0" lang="ko-KR" altLang="en-US" sz="12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아이디 *			</a:t>
            </a:r>
            <a:endParaRPr xmlns:mc="http://schemas.openxmlformats.org/markup-compatibility/2006" xmlns:hp="http://schemas.haansoft.com/office/presentation/8.0" kumimoji="0" lang="ko-KR" altLang="en-US" sz="12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</a:defRPr>
            </a:pPr>
            <a:r>
              <a:rPr xmlns:mc="http://schemas.openxmlformats.org/markup-compatibility/2006" xmlns:hp="http://schemas.haansoft.com/office/presentation/8.0" kumimoji="0" lang="ko-KR" altLang="en-US" sz="12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 </a:t>
            </a:r>
            <a:endParaRPr xmlns:mc="http://schemas.openxmlformats.org/markup-compatibility/2006" xmlns:hp="http://schemas.haansoft.com/office/presentation/8.0" kumimoji="0" lang="ko-KR" altLang="en-US" sz="12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</a:defRPr>
            </a:pPr>
            <a:r>
              <a:rPr xmlns:mc="http://schemas.openxmlformats.org/markup-compatibility/2006" xmlns:hp="http://schemas.haansoft.com/office/presentation/8.0" kumimoji="0" lang="ko-KR" altLang="en-US" sz="12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비밀번호</a:t>
            </a:r>
            <a:endParaRPr xmlns:mc="http://schemas.openxmlformats.org/markup-compatibility/2006" xmlns:hp="http://schemas.haansoft.com/office/presentation/8.0" kumimoji="0" lang="ko-KR" altLang="en-US" sz="12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</a:defRPr>
            </a:pPr>
            <a:endParaRPr xmlns:mc="http://schemas.openxmlformats.org/markup-compatibility/2006" xmlns:hp="http://schemas.haansoft.com/office/presentation/8.0" kumimoji="0" lang="ko-KR" altLang="en-US" sz="12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</a:defRPr>
            </a:pPr>
            <a:r>
              <a:rPr xmlns:mc="http://schemas.openxmlformats.org/markup-compatibility/2006" xmlns:hp="http://schemas.haansoft.com/office/presentation/8.0" kumimoji="0" lang="ko-KR" altLang="en-US" sz="12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비밀번호 확인 *	</a:t>
            </a:r>
            <a:endParaRPr xmlns:mc="http://schemas.openxmlformats.org/markup-compatibility/2006" xmlns:hp="http://schemas.haansoft.com/office/presentation/8.0" kumimoji="0" lang="ko-KR" altLang="en-US" sz="12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</a:defRPr>
            </a:pPr>
            <a:endParaRPr xmlns:mc="http://schemas.openxmlformats.org/markup-compatibility/2006" xmlns:hp="http://schemas.haansoft.com/office/presentation/8.0" kumimoji="0" lang="ko-KR" altLang="en-US" sz="12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</a:defRPr>
            </a:pPr>
            <a:r>
              <a:rPr xmlns:mc="http://schemas.openxmlformats.org/markup-compatibility/2006" xmlns:hp="http://schemas.haansoft.com/office/presentation/8.0" kumimoji="0" lang="ko-KR" altLang="en-US" sz="12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이름</a:t>
            </a:r>
            <a:endParaRPr xmlns:mc="http://schemas.openxmlformats.org/markup-compatibility/2006" xmlns:hp="http://schemas.haansoft.com/office/presentation/8.0" kumimoji="0" lang="ko-KR" altLang="en-US" sz="12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</a:defRPr>
            </a:pPr>
            <a:endParaRPr xmlns:mc="http://schemas.openxmlformats.org/markup-compatibility/2006" xmlns:hp="http://schemas.haansoft.com/office/presentation/8.0" kumimoji="0" lang="ko-KR" altLang="en-US" sz="12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</a:defRPr>
            </a:pPr>
            <a:r>
              <a:rPr xmlns:mc="http://schemas.openxmlformats.org/markup-compatibility/2006" xmlns:hp="http://schemas.haansoft.com/office/presentation/8.0" kumimoji="0" lang="ko-KR" altLang="en-US" sz="12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E-mail	</a:t>
            </a:r>
            <a:endParaRPr xmlns:mc="http://schemas.openxmlformats.org/markup-compatibility/2006" xmlns:hp="http://schemas.haansoft.com/office/presentation/8.0" kumimoji="0" lang="ko-KR" altLang="en-US" sz="12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</a:defRPr>
            </a:pPr>
            <a:endParaRPr xmlns:mc="http://schemas.openxmlformats.org/markup-compatibility/2006" xmlns:hp="http://schemas.haansoft.com/office/presentation/8.0" kumimoji="0" lang="ko-KR" altLang="en-US" sz="12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</a:defRPr>
            </a:pPr>
            <a:r>
              <a:rPr xmlns:mc="http://schemas.openxmlformats.org/markup-compatibility/2006" xmlns:hp="http://schemas.haansoft.com/office/presentation/8.0" kumimoji="0" lang="ko-KR" altLang="en-US" sz="12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전화</a:t>
            </a:r>
            <a:endParaRPr xmlns:mc="http://schemas.openxmlformats.org/markup-compatibility/2006" xmlns:hp="http://schemas.haansoft.com/office/presentation/8.0" kumimoji="0" lang="ko-KR" altLang="en-US" sz="12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</a:defRPr>
            </a:pPr>
            <a:endParaRPr xmlns:mc="http://schemas.openxmlformats.org/markup-compatibility/2006" xmlns:hp="http://schemas.haansoft.com/office/presentation/8.0" kumimoji="0" lang="ko-KR" altLang="en-US" sz="12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</a:defRPr>
            </a:pPr>
            <a:r>
              <a:rPr xmlns:mc="http://schemas.openxmlformats.org/markup-compatibility/2006" xmlns:hp="http://schemas.haansoft.com/office/presentation/8.0" kumimoji="0" lang="ko-KR" altLang="en-US" sz="12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주소 *</a:t>
            </a:r>
            <a:r>
              <a:rPr xmlns:mc="http://schemas.openxmlformats.org/markup-compatibility/2006" xmlns:hp="http://schemas.haansoft.com/office/presentation/8.0" kumimoji="0" lang="ko-KR" altLang="en-US" sz="10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	</a:t>
            </a:r>
            <a:endParaRPr xmlns:mc="http://schemas.openxmlformats.org/markup-compatibility/2006" xmlns:hp="http://schemas.haansoft.com/office/presentation/8.0" kumimoji="0" lang="ko-KR" altLang="en-US" sz="10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15" name="Rounded Rectangle 4"/>
          <p:cNvSpPr/>
          <p:nvPr/>
        </p:nvSpPr>
        <p:spPr>
          <a:xfrm>
            <a:off x="4951476" y="5192612"/>
            <a:ext cx="2286000" cy="457200"/>
          </a:xfrm>
          <a:prstGeom prst="roundRect">
            <a:avLst>
              <a:gd name="adj" fmla="val 16667"/>
            </a:avLst>
          </a:prstGeom>
          <a:solidFill>
            <a:srgbClr val="87cefa">
              <a:alpha val="100000"/>
            </a:srgbClr>
          </a:solidFill>
          <a:ln w="9525" cap="flat" cmpd="sng" algn="ctr">
            <a:solidFill>
              <a:srgbClr val="4a7ebb">
                <a:alpha val="100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anchor="ctr"/>
          <a:p>
            <a:pPr marL="0" indent="0" algn="ctr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 sz="1400" b="1"/>
            </a:pPr>
            <a:r>
              <a:rPr xmlns:mc="http://schemas.openxmlformats.org/markup-compatibility/2006" xmlns:hp="http://schemas.haansoft.com/office/presentation/8.0" kumimoji="0" lang="ko-KR" altLang="en-US" sz="1400" b="1" i="0" u="none" strike="noStrike" kern="1200" cap="none" spc="0" normalizeH="0" baseline="0" mc:Ignorable="hp" hp:hslEmbossed="0">
                <a:solidFill>
                  <a:schemeClr val="tx1"/>
                </a:solidFill>
                <a:latin typeface="Calibri"/>
                <a:ea typeface="맑은 고딕"/>
                <a:cs typeface="맑은 고딕"/>
              </a:rPr>
              <a:t>가입하기</a:t>
            </a:r>
            <a:endParaRPr xmlns:mc="http://schemas.openxmlformats.org/markup-compatibility/2006" xmlns:hp="http://schemas.haansoft.com/office/presentation/8.0" kumimoji="0" lang="ko-KR" altLang="en-US" sz="1400" b="1" i="0" u="none" strike="noStrike" kern="1200" cap="none" spc="0" normalizeH="0" baseline="0" mc:Ignorable="hp" hp:hslEmbossed="0">
              <a:solidFill>
                <a:schemeClr val="tx1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16" name=""/>
          <p:cNvSpPr/>
          <p:nvPr/>
        </p:nvSpPr>
        <p:spPr>
          <a:xfrm>
            <a:off x="2519035" y="2496071"/>
            <a:ext cx="1609480" cy="182671"/>
          </a:xfrm>
          <a:prstGeom prst="rect">
            <a:avLst/>
          </a:prstGeom>
          <a:solidFill>
            <a:schemeClr val="lt1"/>
          </a:solidFill>
          <a:ln>
            <a:solidFill>
              <a:schemeClr val="dk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17" name=""/>
          <p:cNvSpPr/>
          <p:nvPr/>
        </p:nvSpPr>
        <p:spPr>
          <a:xfrm>
            <a:off x="2528316" y="2863762"/>
            <a:ext cx="1600200" cy="182671"/>
          </a:xfrm>
          <a:prstGeom prst="rect">
            <a:avLst/>
          </a:prstGeom>
          <a:solidFill>
            <a:srgbClr val="ffffff">
              <a:alpha val="100000"/>
            </a:srgbClr>
          </a:solidFill>
          <a:ln w="9525" cap="flat" cmpd="sng" algn="ctr">
            <a:solidFill>
              <a:srgbClr val="000000">
                <a:alpha val="100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/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xmlns:mc="http://schemas.openxmlformats.org/markup-compatibility/2006" xmlns:hp="http://schemas.haansoft.com/office/presentation/8.0" kumimoji="0" sz="1800" b="0" i="0" u="none" strike="noStrike" kern="1200" cap="none" spc="0" normalizeH="0" baseline="0" mc:Ignorable="hp" hp:hslEmbossed="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18" name=""/>
          <p:cNvSpPr/>
          <p:nvPr/>
        </p:nvSpPr>
        <p:spPr>
          <a:xfrm>
            <a:off x="2519035" y="3246328"/>
            <a:ext cx="1609480" cy="182671"/>
          </a:xfrm>
          <a:prstGeom prst="rect">
            <a:avLst/>
          </a:prstGeom>
          <a:solidFill>
            <a:srgbClr val="ffffff">
              <a:alpha val="100000"/>
            </a:srgbClr>
          </a:solidFill>
          <a:ln w="9525" cap="flat" cmpd="sng" algn="ctr">
            <a:solidFill>
              <a:srgbClr val="000000">
                <a:alpha val="100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/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xmlns:mc="http://schemas.openxmlformats.org/markup-compatibility/2006" xmlns:hp="http://schemas.haansoft.com/office/presentation/8.0" kumimoji="0" sz="1800" b="0" i="0" u="none" strike="noStrike" kern="1200" cap="none" spc="0" normalizeH="0" baseline="0" mc:Ignorable="hp" hp:hslEmbossed="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19" name=""/>
          <p:cNvSpPr/>
          <p:nvPr/>
        </p:nvSpPr>
        <p:spPr>
          <a:xfrm>
            <a:off x="2519035" y="3624197"/>
            <a:ext cx="1609480" cy="182671"/>
          </a:xfrm>
          <a:prstGeom prst="rect">
            <a:avLst/>
          </a:prstGeom>
          <a:solidFill>
            <a:srgbClr val="ffffff">
              <a:alpha val="100000"/>
            </a:srgbClr>
          </a:solidFill>
          <a:ln w="9525" cap="flat" cmpd="sng" algn="ctr">
            <a:solidFill>
              <a:srgbClr val="000000">
                <a:alpha val="100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/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xmlns:mc="http://schemas.openxmlformats.org/markup-compatibility/2006" xmlns:hp="http://schemas.haansoft.com/office/presentation/8.0" kumimoji="0" sz="1800" b="0" i="0" u="none" strike="noStrike" kern="1200" cap="none" spc="0" normalizeH="0" baseline="0" mc:Ignorable="hp" hp:hslEmbossed="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20" name=""/>
          <p:cNvSpPr/>
          <p:nvPr/>
        </p:nvSpPr>
        <p:spPr>
          <a:xfrm>
            <a:off x="2519035" y="3992409"/>
            <a:ext cx="1609480" cy="182671"/>
          </a:xfrm>
          <a:prstGeom prst="rect">
            <a:avLst/>
          </a:prstGeom>
          <a:solidFill>
            <a:srgbClr val="ffffff">
              <a:alpha val="100000"/>
            </a:srgbClr>
          </a:solidFill>
          <a:ln w="9525" cap="flat" cmpd="sng" algn="ctr">
            <a:solidFill>
              <a:srgbClr val="000000">
                <a:alpha val="100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/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xmlns:mc="http://schemas.openxmlformats.org/markup-compatibility/2006" xmlns:hp="http://schemas.haansoft.com/office/presentation/8.0" kumimoji="0" sz="1800" b="0" i="0" u="none" strike="noStrike" kern="1200" cap="none" spc="0" normalizeH="0" baseline="0" mc:Ignorable="hp" hp:hslEmbossed="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21" name=""/>
          <p:cNvSpPr/>
          <p:nvPr/>
        </p:nvSpPr>
        <p:spPr>
          <a:xfrm>
            <a:off x="2519035" y="4338180"/>
            <a:ext cx="1609480" cy="182671"/>
          </a:xfrm>
          <a:prstGeom prst="rect">
            <a:avLst/>
          </a:prstGeom>
          <a:solidFill>
            <a:srgbClr val="ffffff">
              <a:alpha val="100000"/>
            </a:srgbClr>
          </a:solidFill>
          <a:ln w="9525" cap="flat" cmpd="sng" algn="ctr">
            <a:solidFill>
              <a:srgbClr val="000000">
                <a:alpha val="100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/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xmlns:mc="http://schemas.openxmlformats.org/markup-compatibility/2006" xmlns:hp="http://schemas.haansoft.com/office/presentation/8.0" kumimoji="0" sz="1800" b="0" i="0" u="none" strike="noStrike" kern="1200" cap="none" spc="0" normalizeH="0" baseline="0" mc:Ignorable="hp" hp:hslEmbossed="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22" name=""/>
          <p:cNvSpPr/>
          <p:nvPr/>
        </p:nvSpPr>
        <p:spPr>
          <a:xfrm>
            <a:off x="2519036" y="4677427"/>
            <a:ext cx="3575440" cy="182671"/>
          </a:xfrm>
          <a:prstGeom prst="rect">
            <a:avLst/>
          </a:prstGeom>
          <a:solidFill>
            <a:srgbClr val="ffffff">
              <a:alpha val="100000"/>
            </a:srgbClr>
          </a:solidFill>
          <a:ln w="9525" cap="flat" cmpd="sng" algn="ctr">
            <a:solidFill>
              <a:srgbClr val="000000">
                <a:alpha val="100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/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xmlns:mc="http://schemas.openxmlformats.org/markup-compatibility/2006" xmlns:hp="http://schemas.haansoft.com/office/presentation/8.0" kumimoji="0" sz="1800" b="0" i="0" u="none" strike="noStrike" kern="1200" cap="none" spc="0" normalizeH="0" baseline="0" mc:Ignorable="hp" hp:hslEmbossed="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23" name="Rectangle 5"/>
          <p:cNvSpPr/>
          <p:nvPr/>
        </p:nvSpPr>
        <p:spPr>
          <a:xfrm>
            <a:off x="4494276" y="2486571"/>
            <a:ext cx="800003" cy="201670"/>
          </a:xfrm>
          <a:prstGeom prst="rect">
            <a:avLst/>
          </a:prstGeom>
          <a:solidFill>
            <a:srgbClr val="dcdcdc">
              <a:alpha val="100000"/>
            </a:srgbClr>
          </a:solidFill>
          <a:ln w="9525" cap="flat" cmpd="sng" algn="ctr">
            <a:solidFill>
              <a:srgbClr val="4a7ebb">
                <a:alpha val="100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anchor="ctr"/>
          <a:p>
            <a:pPr marL="0" indent="0" algn="ctr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</a:defRPr>
            </a:pPr>
            <a:r>
              <a:rPr xmlns:mc="http://schemas.openxmlformats.org/markup-compatibility/2006" xmlns:hp="http://schemas.haansoft.com/office/presentation/8.0" kumimoji="0" lang="ko-KR" altLang="en-US" sz="10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중복체크</a:t>
            </a:r>
            <a:endParaRPr xmlns:mc="http://schemas.openxmlformats.org/markup-compatibility/2006" xmlns:hp="http://schemas.haansoft.com/office/presentation/8.0" kumimoji="0" lang="ko-KR" altLang="en-US" sz="10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24" name="Rectangle 5"/>
          <p:cNvSpPr/>
          <p:nvPr/>
        </p:nvSpPr>
        <p:spPr>
          <a:xfrm>
            <a:off x="6437472" y="4677427"/>
            <a:ext cx="800003" cy="201670"/>
          </a:xfrm>
          <a:prstGeom prst="rect">
            <a:avLst/>
          </a:prstGeom>
          <a:solidFill>
            <a:srgbClr val="dcdcdc">
              <a:alpha val="100000"/>
            </a:srgbClr>
          </a:solidFill>
          <a:ln w="9525" cap="flat" cmpd="sng" algn="ctr">
            <a:solidFill>
              <a:srgbClr val="4a7ebb">
                <a:alpha val="100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anchor="ctr"/>
          <a:p>
            <a:pPr marL="0" indent="0" algn="ctr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</a:defRPr>
            </a:pPr>
            <a:r>
              <a:rPr xmlns:mc="http://schemas.openxmlformats.org/markup-compatibility/2006" xmlns:hp="http://schemas.haansoft.com/office/presentation/8.0" kumimoji="0" lang="ko-KR" altLang="en-US" sz="10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우편검색</a:t>
            </a:r>
            <a:endParaRPr xmlns:mc="http://schemas.openxmlformats.org/markup-compatibility/2006" xmlns:hp="http://schemas.haansoft.com/office/presentation/8.0" kumimoji="0" lang="ko-KR" altLang="en-US" sz="10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25" name=""/>
          <p:cNvSpPr/>
          <p:nvPr/>
        </p:nvSpPr>
        <p:spPr>
          <a:xfrm>
            <a:off x="854392" y="5099085"/>
            <a:ext cx="3158490" cy="330817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r>
              <a:rPr lang="en-US" altLang="ko-KR">
                <a:solidFill>
                  <a:schemeClr val="dk1"/>
                </a:solidFill>
              </a:rPr>
              <a:t>//*</a:t>
            </a:r>
            <a:r>
              <a:rPr lang="ko-KR" altLang="en-US">
                <a:solidFill>
                  <a:schemeClr val="dk1"/>
                </a:solidFill>
              </a:rPr>
              <a:t> 는 조건이 맞을시 없어짐</a:t>
            </a:r>
            <a:endParaRPr lang="ko-KR" altLang="en-US">
              <a:solidFill>
                <a:schemeClr val="dk1"/>
              </a:solidFill>
            </a:endParaRPr>
          </a:p>
        </p:txBody>
      </p:sp>
      <p:sp>
        <p:nvSpPr>
          <p:cNvPr id="26" name=""/>
          <p:cNvSpPr/>
          <p:nvPr/>
        </p:nvSpPr>
        <p:spPr>
          <a:xfrm>
            <a:off x="10276514" y="5976742"/>
            <a:ext cx="1912437" cy="881258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</p:spPr>
        <p:txBody>
          <a:bodyPr/>
          <a:p>
            <a:pPr marL="0" indent="0" algn="ctr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회원가입</a:t>
            </a:r>
            <a:endPara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  <a:p>
            <a:pPr marL="0" indent="0" algn="ctr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개인 정보입력</a:t>
            </a:r>
            <a:endPara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014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sz="2400" b="1">
                <a:solidFill>
                  <a:srgbClr val="000000"/>
                </a:solidFill>
              </a:rPr>
              <a:t>00COM</a:t>
            </a:r>
            <a:endParaRPr sz="2400" b="1">
              <a:solidFill>
                <a:srgbClr val="000000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857999" y="182880"/>
            <a:ext cx="5053966" cy="30099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sz="1400" b="0">
                <a:solidFill>
                  <a:srgbClr val="000000"/>
                </a:solidFill>
              </a:rPr>
              <a:t>로그인   |   회원가입   |   장바구니   |   마이페이지   |   고객센터</a:t>
            </a:r>
            <a:endParaRPr sz="1400" b="0">
              <a:solidFill>
                <a:srgbClr val="000000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74320" y="5760720"/>
            <a:ext cx="998220" cy="39052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sz="2000" b="1">
                <a:solidFill>
                  <a:srgbClr val="000000"/>
                </a:solidFill>
              </a:rPr>
              <a:t>00COM</a:t>
            </a:r>
            <a:endParaRPr sz="2000" b="1">
              <a:solidFill>
                <a:srgbClr val="000000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828800" y="5760720"/>
            <a:ext cx="4368165" cy="69532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sz="1000" b="0">
                <a:solidFill>
                  <a:srgbClr val="000000"/>
                </a:solidFill>
              </a:rPr>
              <a:t>대표 : 000  |  대표전화 : 0000-0000  |  사업자번호 : 00000000</a:t>
            </a:r>
            <a:endParaRPr sz="1000" b="0">
              <a:solidFill>
                <a:srgbClr val="000000"/>
              </a:solidFill>
            </a:endParaRPr>
          </a:p>
          <a:p>
            <a:pPr lvl="0">
              <a:defRPr/>
            </a:pPr>
            <a:r>
              <a:rPr sz="1000" b="0">
                <a:solidFill>
                  <a:srgbClr val="000000"/>
                </a:solidFill>
              </a:rPr>
              <a:t>주소 : 인천광역시 00구 00동 00 주식회사 00COM  |  FAX : 000-000-0000</a:t>
            </a:r>
            <a:endParaRPr sz="1000" b="0">
              <a:solidFill>
                <a:srgbClr val="000000"/>
              </a:solidFill>
            </a:endParaRPr>
          </a:p>
          <a:p>
            <a:pPr lvl="0">
              <a:defRPr/>
            </a:pPr>
            <a:r>
              <a:rPr sz="1000" b="0">
                <a:solidFill>
                  <a:srgbClr val="000000"/>
                </a:solidFill>
              </a:rPr>
              <a:t>개인정보보호 담당자 : 000  |  이메일 : 000@000.com</a:t>
            </a:r>
            <a:endParaRPr sz="1000" b="0">
              <a:solidFill>
                <a:srgbClr val="000000"/>
              </a:solidFill>
            </a:endParaRPr>
          </a:p>
          <a:p>
            <a:pPr lvl="0">
              <a:defRPr/>
            </a:pPr>
            <a:r>
              <a:rPr sz="1000" b="0">
                <a:solidFill>
                  <a:srgbClr val="000000"/>
                </a:solidFill>
              </a:rPr>
              <a:t>통신판매신고 : 제 0000호  |  개인정보보호배상책임보험 증권번호 00000-00</a:t>
            </a:r>
            <a:endParaRPr sz="1000" b="0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928116" y="1097280"/>
            <a:ext cx="3200400" cy="731520"/>
          </a:xfrm>
          <a:prstGeom prst="rect">
            <a:avLst/>
          </a:prstGeom>
          <a:solidFill>
            <a:srgbClr val="dcdcd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>
              <a:defRPr sz="1600">
                <a:solidFill>
                  <a:srgbClr val="000000"/>
                </a:solidFill>
              </a:defRPr>
            </a:pPr>
            <a:r>
              <a:rPr lang="ko-KR" altLang="en-US">
                <a:solidFill>
                  <a:schemeClr val="tx1"/>
                </a:solidFill>
              </a:rPr>
              <a:t>STEP 1 약관동의</a:t>
            </a:r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4494276" y="1097280"/>
            <a:ext cx="3200400" cy="731520"/>
          </a:xfrm>
          <a:prstGeom prst="rect">
            <a:avLst/>
          </a:prstGeom>
          <a:solidFill>
            <a:srgbClr val="dcdcd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>
              <a:defRPr sz="1600">
                <a:solidFill>
                  <a:srgbClr val="000000"/>
                </a:solidFill>
              </a:defRPr>
            </a:pPr>
            <a:r>
              <a:rPr lang="ko-KR" altLang="en-US">
                <a:solidFill>
                  <a:schemeClr val="dk1"/>
                </a:solidFill>
              </a:rPr>
              <a:t>STEP 2 정보입력</a:t>
            </a:r>
            <a:endParaRPr lang="ko-KR" altLang="en-US">
              <a:solidFill>
                <a:schemeClr val="dk1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8060436" y="1097280"/>
            <a:ext cx="3200400" cy="731520"/>
          </a:xfrm>
          <a:prstGeom prst="rect">
            <a:avLst/>
          </a:prstGeom>
          <a:solidFill>
            <a:srgbClr val="87ce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>
              <a:defRPr sz="1600">
                <a:solidFill>
                  <a:srgbClr val="000000"/>
                </a:solidFill>
              </a:defRPr>
            </a:pPr>
            <a:r>
              <a:rPr lang="ko-KR" altLang="en-US"/>
              <a:t>STEP 3 가입완료</a:t>
            </a:r>
            <a:endParaRPr lang="ko-KR" altLang="en-US"/>
          </a:p>
        </p:txBody>
      </p:sp>
      <p:sp>
        <p:nvSpPr>
          <p:cNvPr id="23" name="Rectangle 6"/>
          <p:cNvSpPr/>
          <p:nvPr/>
        </p:nvSpPr>
        <p:spPr>
          <a:xfrm>
            <a:off x="928116" y="2331981"/>
            <a:ext cx="10332720" cy="2767104"/>
          </a:xfrm>
          <a:prstGeom prst="rect">
            <a:avLst/>
          </a:prstGeom>
          <a:solidFill>
            <a:srgbClr val="ffffff">
              <a:alpha val="100000"/>
            </a:srgbClr>
          </a:solidFill>
          <a:ln w="9525" cap="flat" cmpd="sng" algn="ctr">
            <a:solidFill>
              <a:srgbClr val="ffffff">
                <a:alpha val="100000"/>
              </a:srgbClr>
            </a:solidFill>
            <a:prstDash val="solid"/>
          </a:ln>
          <a:effectLst/>
        </p:spPr>
        <p:txBody>
          <a:bodyPr anchor="ctr"/>
          <a:p>
            <a:pPr marL="0" indent="0" algn="ctr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</a:defRPr>
            </a:pPr>
            <a:r>
              <a:rPr xmlns:mc="http://schemas.openxmlformats.org/markup-compatibility/2006" xmlns:hp="http://schemas.haansoft.com/office/presentation/8.0" kumimoji="0" lang="ko-KR" altLang="en-US" sz="20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반갑습니다</a:t>
            </a:r>
            <a:endParaRPr xmlns:mc="http://schemas.openxmlformats.org/markup-compatibility/2006" xmlns:hp="http://schemas.haansoft.com/office/presentation/8.0" kumimoji="0" lang="en-US" altLang="ko-KR" sz="20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  <a:p>
            <a:pPr marL="0" indent="0" algn="ctr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</a:defRPr>
            </a:pPr>
            <a:r>
              <a:rPr xmlns:mc="http://schemas.openxmlformats.org/markup-compatibility/2006" xmlns:hp="http://schemas.haansoft.com/office/presentation/8.0" kumimoji="0" lang="en-US" altLang="ko-KR" sz="20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000</a:t>
            </a:r>
            <a:r>
              <a:rPr xmlns:mc="http://schemas.openxmlformats.org/markup-compatibility/2006" xmlns:hp="http://schemas.haansoft.com/office/presentation/8.0" kumimoji="0" lang="ko-KR" altLang="en-US" sz="20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님</a:t>
            </a:r>
            <a:endParaRPr xmlns:mc="http://schemas.openxmlformats.org/markup-compatibility/2006" xmlns:hp="http://schemas.haansoft.com/office/presentation/8.0" kumimoji="0" lang="ko-KR" altLang="en-US" sz="20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  <a:p>
            <a:pPr marL="0" indent="0" algn="ctr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</a:defRPr>
            </a:pPr>
            <a:r>
              <a:rPr xmlns:mc="http://schemas.openxmlformats.org/markup-compatibility/2006" xmlns:hp="http://schemas.haansoft.com/office/presentation/8.0" kumimoji="0" lang="ko-KR" altLang="en-US" sz="20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가입이 완료되었습니다</a:t>
            </a:r>
            <a:endParaRPr xmlns:mc="http://schemas.openxmlformats.org/markup-compatibility/2006" xmlns:hp="http://schemas.haansoft.com/office/presentation/8.0" kumimoji="0" lang="ko-KR" altLang="en-US" sz="20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  <a:p>
            <a:pPr marL="0" indent="0" algn="ctr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</a:defRPr>
            </a:pPr>
            <a:r>
              <a:rPr xmlns:mc="http://schemas.openxmlformats.org/markup-compatibility/2006" xmlns:hp="http://schemas.haansoft.com/office/presentation/8.0" kumimoji="0" lang="ko-KR" altLang="en-US" sz="20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좋은 서비스로 보답하겠습니다</a:t>
            </a:r>
            <a:endParaRPr xmlns:mc="http://schemas.openxmlformats.org/markup-compatibility/2006" xmlns:hp="http://schemas.haansoft.com/office/presentation/8.0" kumimoji="0" lang="en-US" altLang="ko-KR" sz="20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24" name="Rounded Rectangle 4"/>
          <p:cNvSpPr/>
          <p:nvPr/>
        </p:nvSpPr>
        <p:spPr>
          <a:xfrm>
            <a:off x="4951476" y="5192612"/>
            <a:ext cx="2286000" cy="457200"/>
          </a:xfrm>
          <a:prstGeom prst="roundRect">
            <a:avLst>
              <a:gd name="adj" fmla="val 16667"/>
            </a:avLst>
          </a:prstGeom>
          <a:solidFill>
            <a:srgbClr val="87cefa">
              <a:alpha val="100000"/>
            </a:srgbClr>
          </a:solidFill>
          <a:ln w="9525" cap="flat" cmpd="sng" algn="ctr">
            <a:solidFill>
              <a:srgbClr val="4a7ebb">
                <a:alpha val="100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4510"/>
              </a:srgbClr>
            </a:outerShdw>
          </a:effectLst>
        </p:spPr>
        <p:txBody>
          <a:bodyPr anchor="ctr"/>
          <a:p>
            <a:pPr marL="0" indent="0" algn="ctr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 sz="1400" b="1"/>
            </a:pPr>
            <a:r>
              <a:rPr xmlns:mc="http://schemas.openxmlformats.org/markup-compatibility/2006" xmlns:hp="http://schemas.haansoft.com/office/presentation/8.0" kumimoji="0" lang="ko-KR" altLang="en-US" sz="1400" b="1" i="0" u="none" strike="noStrike" kern="1200" cap="none" spc="0" normalizeH="0" baseline="0" mc:Ignorable="hp" hp:hslEmbossed="0">
                <a:solidFill>
                  <a:schemeClr val="tx1"/>
                </a:solidFill>
                <a:latin typeface="Calibri"/>
                <a:ea typeface="맑은 고딕"/>
                <a:cs typeface="맑은 고딕"/>
              </a:rPr>
              <a:t>돌아가기</a:t>
            </a:r>
            <a:endParaRPr xmlns:mc="http://schemas.openxmlformats.org/markup-compatibility/2006" xmlns:hp="http://schemas.haansoft.com/office/presentation/8.0" kumimoji="0" lang="ko-KR" altLang="en-US" sz="1400" b="1" i="0" u="none" strike="noStrike" kern="1200" cap="none" spc="0" normalizeH="0" baseline="0" mc:Ignorable="hp" hp:hslEmbossed="0">
              <a:solidFill>
                <a:schemeClr val="tx1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25" name=""/>
          <p:cNvSpPr/>
          <p:nvPr/>
        </p:nvSpPr>
        <p:spPr>
          <a:xfrm>
            <a:off x="10276514" y="5976742"/>
            <a:ext cx="1912437" cy="881258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</p:spPr>
        <p:txBody>
          <a:bodyPr/>
          <a:p>
            <a:pPr marL="0" indent="0" algn="ctr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회원가입</a:t>
            </a:r>
            <a:endPara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  <a:p>
            <a:pPr marL="0" indent="0" algn="ctr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완료</a:t>
            </a:r>
            <a:endPara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133472019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014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sz="2400" b="1">
                <a:solidFill>
                  <a:srgbClr val="000000"/>
                </a:solidFill>
              </a:rPr>
              <a:t>00COM</a:t>
            </a:r>
            <a:endParaRPr sz="2400" b="1">
              <a:solidFill>
                <a:srgbClr val="000000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857999" y="182880"/>
            <a:ext cx="5053966" cy="30099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sz="1400" b="0">
                <a:solidFill>
                  <a:srgbClr val="000000"/>
                </a:solidFill>
              </a:rPr>
              <a:t>로그인   |   회원가입   |   장바구니   |   마이페이지   |   고객센터</a:t>
            </a:r>
            <a:endParaRPr sz="1400" b="0">
              <a:solidFill>
                <a:srgbClr val="000000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74320" y="5760720"/>
            <a:ext cx="998220" cy="39052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sz="2000" b="1">
                <a:solidFill>
                  <a:srgbClr val="000000"/>
                </a:solidFill>
              </a:rPr>
              <a:t>00COM</a:t>
            </a:r>
            <a:endParaRPr sz="2000" b="1">
              <a:solidFill>
                <a:srgbClr val="000000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828800" y="5760720"/>
            <a:ext cx="4368165" cy="69532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sz="1000" b="0">
                <a:solidFill>
                  <a:srgbClr val="000000"/>
                </a:solidFill>
              </a:rPr>
              <a:t>대표 : 000  |  대표전화 : 0000-0000  |  사업자번호 : 00000000</a:t>
            </a:r>
            <a:endParaRPr sz="1000" b="0">
              <a:solidFill>
                <a:srgbClr val="000000"/>
              </a:solidFill>
            </a:endParaRPr>
          </a:p>
          <a:p>
            <a:pPr lvl="0">
              <a:defRPr/>
            </a:pPr>
            <a:r>
              <a:rPr sz="1000" b="0">
                <a:solidFill>
                  <a:srgbClr val="000000"/>
                </a:solidFill>
              </a:rPr>
              <a:t>주소 : 인천광역시 00구 00동 00 주식회사 00COM  |  FAX : 000-000-0000</a:t>
            </a:r>
            <a:endParaRPr sz="1000" b="0">
              <a:solidFill>
                <a:srgbClr val="000000"/>
              </a:solidFill>
            </a:endParaRPr>
          </a:p>
          <a:p>
            <a:pPr lvl="0">
              <a:defRPr/>
            </a:pPr>
            <a:r>
              <a:rPr sz="1000" b="0">
                <a:solidFill>
                  <a:srgbClr val="000000"/>
                </a:solidFill>
              </a:rPr>
              <a:t>개인정보보호 담당자 : 000  |  이메일 : 000@000.com</a:t>
            </a:r>
            <a:endParaRPr sz="1000" b="0">
              <a:solidFill>
                <a:srgbClr val="000000"/>
              </a:solidFill>
            </a:endParaRPr>
          </a:p>
          <a:p>
            <a:pPr lvl="0">
              <a:defRPr/>
            </a:pPr>
            <a:r>
              <a:rPr sz="1000" b="0">
                <a:solidFill>
                  <a:srgbClr val="000000"/>
                </a:solidFill>
              </a:rPr>
              <a:t>통신판매신고 : 제 0000호  |  개인정보보호배상책임보험 증권번호 00000-00</a:t>
            </a:r>
            <a:endParaRPr sz="1000" b="0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4494276" y="1097280"/>
            <a:ext cx="3200400" cy="731520"/>
          </a:xfrm>
          <a:prstGeom prst="rect">
            <a:avLst/>
          </a:prstGeom>
          <a:solidFill>
            <a:schemeClr val="lt1"/>
          </a:solidFill>
          <a:ln>
            <a:solidFill>
              <a:schemeClr val="l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 sz="1600">
                <a:solidFill>
                  <a:srgbClr val="000000"/>
                </a:solidFill>
              </a:defRPr>
            </a:pPr>
            <a:r>
              <a:rPr lang="en-US" altLang="ko-KR">
                <a:solidFill>
                  <a:schemeClr val="dk1"/>
                </a:solidFill>
                <a:effectLst/>
              </a:rPr>
              <a:t>//(</a:t>
            </a:r>
            <a:r>
              <a:rPr lang="ko-KR" altLang="en-US">
                <a:solidFill>
                  <a:schemeClr val="dk1"/>
                </a:solidFill>
                <a:effectLst/>
              </a:rPr>
              <a:t>자물쇠이미지</a:t>
            </a:r>
            <a:r>
              <a:rPr lang="en-US" altLang="ko-KR">
                <a:solidFill>
                  <a:schemeClr val="dk1"/>
                </a:solidFill>
                <a:effectLst/>
              </a:rPr>
              <a:t>)</a:t>
            </a:r>
            <a:endParaRPr lang="en-US" altLang="ko-KR">
              <a:solidFill>
                <a:schemeClr val="dk1"/>
              </a:solidFill>
              <a:effectLst/>
            </a:endParaRPr>
          </a:p>
          <a:p>
            <a:pPr algn="ctr">
              <a:defRPr sz="1600">
                <a:solidFill>
                  <a:srgbClr val="000000"/>
                </a:solidFill>
              </a:defRPr>
            </a:pPr>
            <a:r>
              <a:rPr lang="ko-KR" altLang="en-US">
                <a:solidFill>
                  <a:schemeClr val="dk1"/>
                </a:solidFill>
                <a:effectLst/>
              </a:rPr>
              <a:t>회원 로그인</a:t>
            </a:r>
            <a:endParaRPr lang="ko-KR" altLang="en-US">
              <a:solidFill>
                <a:schemeClr val="dk1"/>
              </a:solidFill>
              <a:effectLst/>
            </a:endParaRPr>
          </a:p>
        </p:txBody>
      </p:sp>
      <p:sp>
        <p:nvSpPr>
          <p:cNvPr id="25" name="Rectangle 6"/>
          <p:cNvSpPr/>
          <p:nvPr/>
        </p:nvSpPr>
        <p:spPr>
          <a:xfrm>
            <a:off x="4209674" y="2018935"/>
            <a:ext cx="3769603" cy="2395133"/>
          </a:xfrm>
          <a:prstGeom prst="rect">
            <a:avLst/>
          </a:prstGeom>
          <a:solidFill>
            <a:schemeClr val="lt1">
              <a:alpha val="100000"/>
            </a:schemeClr>
          </a:solidFill>
          <a:ln w="9525" cap="flat" cmpd="sng" algn="ctr">
            <a:solidFill>
              <a:srgbClr val="4a7ebb">
                <a:alpha val="100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4510"/>
              </a:srgbClr>
            </a:outerShdw>
          </a:effectLst>
        </p:spPr>
        <p:txBody>
          <a:bodyPr anchor="ctr"/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</a:defRPr>
            </a:pPr>
            <a:r>
              <a: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아이디</a:t>
            </a: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</a:defRPr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</a:defRPr>
            </a:pPr>
            <a:r>
              <a: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비밀번호</a:t>
            </a: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</a:defRPr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</a:defRPr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  <a:p>
            <a:pPr marL="0" indent="0" algn="ctr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</a:defRPr>
            </a:pPr>
            <a:r>
              <a:rPr xmlns:mc="http://schemas.openxmlformats.org/markup-compatibility/2006" xmlns:hp="http://schemas.haansoft.com/office/presentation/8.0" kumimoji="0" lang="ko-KR" altLang="en-US" sz="12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아이디</a:t>
            </a:r>
            <a:r>
              <a:rPr xmlns:mc="http://schemas.openxmlformats.org/markup-compatibility/2006" xmlns:hp="http://schemas.haansoft.com/office/presentation/8.0" kumimoji="0" lang="en-US" altLang="ko-KR" sz="12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/</a:t>
            </a:r>
            <a:r>
              <a:rPr xmlns:mc="http://schemas.openxmlformats.org/markup-compatibility/2006" xmlns:hp="http://schemas.haansoft.com/office/presentation/8.0" kumimoji="0" lang="ko-KR" altLang="en-US" sz="12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비밀번호를 잊으셨나요</a:t>
            </a:r>
            <a:r>
              <a:rPr xmlns:mc="http://schemas.openxmlformats.org/markup-compatibility/2006" xmlns:hp="http://schemas.haansoft.com/office/presentation/8.0" kumimoji="0" lang="en-US" altLang="ko-KR" sz="12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?</a:t>
            </a:r>
            <a:endParaRPr xmlns:mc="http://schemas.openxmlformats.org/markup-compatibility/2006" xmlns:hp="http://schemas.haansoft.com/office/presentation/8.0" kumimoji="0" lang="en-US" altLang="ko-KR" sz="12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</a:defRPr>
            </a:pPr>
            <a:endParaRPr xmlns:mc="http://schemas.openxmlformats.org/markup-compatibility/2006" xmlns:hp="http://schemas.haansoft.com/office/presentation/8.0" kumimoji="0" lang="en-US" altLang="ko-KR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</a:defRPr>
            </a:pPr>
            <a:endParaRPr xmlns:mc="http://schemas.openxmlformats.org/markup-compatibility/2006" xmlns:hp="http://schemas.haansoft.com/office/presentation/8.0" kumimoji="0" lang="en-US" altLang="ko-KR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26" name="Rounded Rectangle 4"/>
          <p:cNvSpPr/>
          <p:nvPr/>
        </p:nvSpPr>
        <p:spPr>
          <a:xfrm>
            <a:off x="4494276" y="3956869"/>
            <a:ext cx="1502340" cy="359340"/>
          </a:xfrm>
          <a:prstGeom prst="roundRect">
            <a:avLst>
              <a:gd name="adj" fmla="val 16667"/>
            </a:avLst>
          </a:prstGeom>
          <a:solidFill>
            <a:srgbClr val="ffd700">
              <a:alpha val="100000"/>
            </a:srgbClr>
          </a:solidFill>
          <a:ln w="9525" cap="flat" cmpd="sng" algn="ctr">
            <a:solidFill>
              <a:srgbClr val="4a7ebb">
                <a:alpha val="100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4510"/>
              </a:srgbClr>
            </a:outerShdw>
          </a:effectLst>
        </p:spPr>
        <p:txBody>
          <a:bodyPr anchor="ctr"/>
          <a:p>
            <a:pPr marL="0" indent="0" algn="ctr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 sz="1400" b="1"/>
            </a:pPr>
            <a:r>
              <a:rPr xmlns:mc="http://schemas.openxmlformats.org/markup-compatibility/2006" xmlns:hp="http://schemas.haansoft.com/office/presentation/8.0" kumimoji="0" lang="ko-KR" altLang="en-US" sz="1400" b="1" i="0" u="none" strike="noStrike" kern="1200" cap="none" spc="0" normalizeH="0" baseline="0" mc:Ignorable="hp" hp:hslEmbossed="0">
                <a:solidFill>
                  <a:schemeClr val="dk1"/>
                </a:solidFill>
                <a:latin typeface="Calibri"/>
                <a:ea typeface="맑은 고딕"/>
                <a:cs typeface="맑은 고딕"/>
              </a:rPr>
              <a:t>아이디 찾기</a:t>
            </a:r>
            <a:endParaRPr xmlns:mc="http://schemas.openxmlformats.org/markup-compatibility/2006" xmlns:hp="http://schemas.haansoft.com/office/presentation/8.0" kumimoji="0" lang="ko-KR" altLang="en-US" sz="1400" b="1" i="0" u="none" strike="noStrike" kern="1200" cap="none" spc="0" normalizeH="0" baseline="0" mc:Ignorable="hp" hp:hslEmbossed="0">
              <a:solidFill>
                <a:schemeClr val="dk1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27" name="Rounded Rectangle 4"/>
          <p:cNvSpPr/>
          <p:nvPr/>
        </p:nvSpPr>
        <p:spPr>
          <a:xfrm>
            <a:off x="6192335" y="3956869"/>
            <a:ext cx="1502340" cy="359340"/>
          </a:xfrm>
          <a:prstGeom prst="roundRect">
            <a:avLst>
              <a:gd name="adj" fmla="val 16667"/>
            </a:avLst>
          </a:prstGeom>
          <a:solidFill>
            <a:srgbClr val="69d8ad">
              <a:alpha val="100000"/>
            </a:srgbClr>
          </a:solidFill>
          <a:ln w="9525" cap="flat" cmpd="sng" algn="ctr">
            <a:solidFill>
              <a:srgbClr val="4a7ebb">
                <a:alpha val="100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4510"/>
              </a:srgbClr>
            </a:outerShdw>
          </a:effectLst>
        </p:spPr>
        <p:txBody>
          <a:bodyPr anchor="ctr"/>
          <a:p>
            <a:pPr marL="0" indent="0" algn="ctr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 sz="1400" b="1"/>
            </a:pPr>
            <a:r>
              <a:rPr xmlns:mc="http://schemas.openxmlformats.org/markup-compatibility/2006" xmlns:hp="http://schemas.haansoft.com/office/presentation/8.0" kumimoji="0" lang="ko-KR" altLang="en-US" sz="1400" b="1" i="0" u="none" strike="noStrike" kern="1200" cap="none" spc="0" normalizeH="0" baseline="0" mc:Ignorable="hp" hp:hslEmbossed="0">
                <a:solidFill>
                  <a:schemeClr val="dk1"/>
                </a:solidFill>
                <a:latin typeface="Calibri"/>
                <a:ea typeface="맑은 고딕"/>
                <a:cs typeface="맑은 고딕"/>
              </a:rPr>
              <a:t>비밀번호 찾기</a:t>
            </a:r>
            <a:endParaRPr xmlns:mc="http://schemas.openxmlformats.org/markup-compatibility/2006" xmlns:hp="http://schemas.haansoft.com/office/presentation/8.0" kumimoji="0" lang="ko-KR" altLang="en-US" sz="1400" b="1" i="0" u="none" strike="noStrike" kern="1200" cap="none" spc="0" normalizeH="0" baseline="0" mc:Ignorable="hp" hp:hslEmbossed="0">
              <a:solidFill>
                <a:schemeClr val="dk1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28" name=""/>
          <p:cNvSpPr/>
          <p:nvPr/>
        </p:nvSpPr>
        <p:spPr>
          <a:xfrm>
            <a:off x="5289736" y="2222064"/>
            <a:ext cx="1609480" cy="274007"/>
          </a:xfrm>
          <a:prstGeom prst="rect">
            <a:avLst/>
          </a:prstGeom>
          <a:solidFill>
            <a:srgbClr val="ffffff">
              <a:alpha val="100000"/>
            </a:srgbClr>
          </a:solidFill>
          <a:ln w="9525" cap="flat" cmpd="sng" algn="ctr">
            <a:solidFill>
              <a:srgbClr val="000000">
                <a:alpha val="100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/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xmlns:mc="http://schemas.openxmlformats.org/markup-compatibility/2006" xmlns:hp="http://schemas.haansoft.com/office/presentation/8.0" kumimoji="0" sz="1800" b="0" i="0" u="none" strike="noStrike" kern="1200" cap="none" spc="0" normalizeH="0" baseline="0" mc:Ignorable="hp" hp:hslEmbossed="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29" name=""/>
          <p:cNvSpPr/>
          <p:nvPr/>
        </p:nvSpPr>
        <p:spPr>
          <a:xfrm>
            <a:off x="5289735" y="2726758"/>
            <a:ext cx="1609480" cy="274007"/>
          </a:xfrm>
          <a:prstGeom prst="rect">
            <a:avLst/>
          </a:prstGeom>
          <a:solidFill>
            <a:srgbClr val="ffffff">
              <a:alpha val="100000"/>
            </a:srgbClr>
          </a:solidFill>
          <a:ln w="9525" cap="flat" cmpd="sng" algn="ctr">
            <a:solidFill>
              <a:srgbClr val="000000">
                <a:alpha val="100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/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xmlns:mc="http://schemas.openxmlformats.org/markup-compatibility/2006" xmlns:hp="http://schemas.haansoft.com/office/presentation/8.0" kumimoji="0" sz="1800" b="0" i="0" u="none" strike="noStrike" kern="1200" cap="none" spc="0" normalizeH="0" baseline="0" mc:Ignorable="hp" hp:hslEmbossed="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30" name=""/>
          <p:cNvSpPr/>
          <p:nvPr/>
        </p:nvSpPr>
        <p:spPr>
          <a:xfrm>
            <a:off x="10276514" y="5976742"/>
            <a:ext cx="1912437" cy="881258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</p:spPr>
        <p:txBody>
          <a:bodyPr/>
          <a:p>
            <a:pPr marL="0" indent="0" algn="ctr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로그인</a:t>
            </a:r>
            <a:endPara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135656391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014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sz="2400" b="1">
                <a:solidFill>
                  <a:srgbClr val="000000"/>
                </a:solidFill>
              </a:rPr>
              <a:t>00COM</a:t>
            </a:r>
            <a:endParaRPr sz="2400" b="1">
              <a:solidFill>
                <a:srgbClr val="000000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857999" y="182880"/>
            <a:ext cx="5053966" cy="30099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sz="1400" b="0">
                <a:solidFill>
                  <a:srgbClr val="000000"/>
                </a:solidFill>
              </a:rPr>
              <a:t>로그인   |   회원가입   |   장바구니   |   마이페이지   |   고객센터</a:t>
            </a:r>
            <a:endParaRPr sz="1400" b="0">
              <a:solidFill>
                <a:srgbClr val="000000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74319" y="1097280"/>
            <a:ext cx="1531620" cy="33909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ko-KR" altLang="en-US" sz="1600" b="1">
                <a:solidFill>
                  <a:srgbClr val="000000"/>
                </a:solidFill>
              </a:rPr>
              <a:t>고객 지원 센터</a:t>
            </a:r>
            <a:endParaRPr lang="ko-KR" altLang="en-US" sz="1600" b="1">
              <a:solidFill>
                <a:srgbClr val="000000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358265" cy="2971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ko-KR" altLang="en-US" sz="1400" b="0">
                <a:solidFill>
                  <a:srgbClr val="000000"/>
                </a:solidFill>
              </a:rPr>
              <a:t>자주 묻는 질문</a:t>
            </a:r>
            <a:endParaRPr lang="ko-KR" altLang="en-US" sz="1400" b="0">
              <a:solidFill>
                <a:srgbClr val="000000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57200" y="1920240"/>
            <a:ext cx="1320165" cy="2971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ko-KR" altLang="en-US" sz="1400" b="0">
                <a:solidFill>
                  <a:srgbClr val="000000"/>
                </a:solidFill>
              </a:rPr>
              <a:t>입금계좌 안내</a:t>
            </a:r>
            <a:endParaRPr lang="ko-KR" altLang="en-US" sz="1400" b="0">
              <a:solidFill>
                <a:srgbClr val="000000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57200" y="2377440"/>
            <a:ext cx="967740" cy="2971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ko-KR" altLang="en-US" sz="1400" b="0">
                <a:solidFill>
                  <a:srgbClr val="000000"/>
                </a:solidFill>
              </a:rPr>
              <a:t>배송 안내</a:t>
            </a:r>
            <a:endParaRPr lang="ko-KR" altLang="en-US" sz="1400" b="0">
              <a:solidFill>
                <a:srgbClr val="000000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57200" y="2834640"/>
            <a:ext cx="1082040" cy="2971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1400">
                <a:solidFill>
                  <a:srgbClr val="000000"/>
                </a:solidFill>
              </a:rPr>
              <a:t>A/S</a:t>
            </a:r>
            <a:r>
              <a:rPr lang="ko-KR" altLang="en-US" sz="1400">
                <a:solidFill>
                  <a:srgbClr val="000000"/>
                </a:solidFill>
              </a:rPr>
              <a:t> 및 문의</a:t>
            </a:r>
            <a:endParaRPr lang="ko-KR" altLang="en-US" sz="1400">
              <a:solidFill>
                <a:srgbClr val="000000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57200" y="3291840"/>
            <a:ext cx="929640" cy="2971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ko-KR" altLang="en-US" sz="1400" b="0">
                <a:solidFill>
                  <a:srgbClr val="000000"/>
                </a:solidFill>
              </a:rPr>
              <a:t>이용약관</a:t>
            </a:r>
            <a:endParaRPr lang="ko-KR" altLang="en-US" sz="1400" b="0">
              <a:solidFill>
                <a:srgbClr val="000000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2732957" y="1805939"/>
            <a:ext cx="8961120" cy="1737360"/>
          </a:xfrm>
          <a:prstGeom prst="rect">
            <a:avLst/>
          </a:prstGeom>
          <a:solidFill>
            <a:schemeClr val="lt1"/>
          </a:solidFill>
          <a:ln w="63500">
            <a:solidFill>
              <a:srgbClr val="6299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 sz="1800"/>
            </a:pPr>
            <a:r>
              <a:rPr lang="ko-KR" altLang="en-US" sz="3000">
                <a:solidFill>
                  <a:schemeClr val="dk1"/>
                </a:solidFill>
              </a:rPr>
              <a:t>	</a:t>
            </a:r>
            <a:r>
              <a:rPr lang="en-US" altLang="ko-KR" sz="3000">
                <a:solidFill>
                  <a:schemeClr val="dk1"/>
                </a:solidFill>
              </a:rPr>
              <a:t>0000-0000</a:t>
            </a:r>
            <a:endParaRPr lang="en-US" altLang="ko-KR" sz="3000">
              <a:solidFill>
                <a:schemeClr val="dk1"/>
              </a:solidFill>
            </a:endParaRPr>
          </a:p>
          <a:p>
            <a:pPr>
              <a:defRPr sz="1800"/>
            </a:pPr>
            <a:r>
              <a:rPr lang="ko-KR" altLang="en-US" sz="1400">
                <a:solidFill>
                  <a:schemeClr val="dk1"/>
                </a:solidFill>
              </a:rPr>
              <a:t>	</a:t>
            </a:r>
            <a:endParaRPr lang="ko-KR" altLang="en-US" sz="1400">
              <a:solidFill>
                <a:schemeClr val="dk1"/>
              </a:solidFill>
            </a:endParaRPr>
          </a:p>
          <a:p>
            <a:pPr>
              <a:defRPr sz="1800"/>
            </a:pPr>
            <a:r>
              <a:rPr lang="ko-KR" altLang="en-US" sz="1400">
                <a:solidFill>
                  <a:schemeClr val="dk1"/>
                </a:solidFill>
              </a:rPr>
              <a:t>	오전</a:t>
            </a:r>
            <a:r>
              <a:rPr lang="en-US" altLang="ko-KR" sz="1400">
                <a:solidFill>
                  <a:schemeClr val="dk1"/>
                </a:solidFill>
              </a:rPr>
              <a:t>10</a:t>
            </a:r>
            <a:r>
              <a:rPr lang="ko-KR" altLang="en-US" sz="1400">
                <a:solidFill>
                  <a:schemeClr val="dk1"/>
                </a:solidFill>
              </a:rPr>
              <a:t>시</a:t>
            </a:r>
            <a:r>
              <a:rPr lang="en-US" altLang="ko-KR" sz="1400">
                <a:solidFill>
                  <a:schemeClr val="dk1"/>
                </a:solidFill>
              </a:rPr>
              <a:t>~</a:t>
            </a:r>
            <a:r>
              <a:rPr lang="ko-KR" altLang="en-US" sz="1400">
                <a:solidFill>
                  <a:schemeClr val="dk1"/>
                </a:solidFill>
              </a:rPr>
              <a:t>오후</a:t>
            </a:r>
            <a:r>
              <a:rPr lang="en-US" altLang="ko-KR" sz="1400">
                <a:solidFill>
                  <a:schemeClr val="dk1"/>
                </a:solidFill>
              </a:rPr>
              <a:t>5</a:t>
            </a:r>
            <a:r>
              <a:rPr lang="ko-KR" altLang="en-US" sz="1400">
                <a:solidFill>
                  <a:schemeClr val="dk1"/>
                </a:solidFill>
              </a:rPr>
              <a:t>시</a:t>
            </a:r>
            <a:endParaRPr lang="ko-KR" altLang="en-US" sz="1400">
              <a:solidFill>
                <a:schemeClr val="dk1"/>
              </a:solidFill>
            </a:endParaRPr>
          </a:p>
          <a:p>
            <a:pPr>
              <a:defRPr sz="1800"/>
            </a:pPr>
            <a:r>
              <a:rPr lang="ko-KR" altLang="en-US" sz="1400">
                <a:solidFill>
                  <a:schemeClr val="dk1"/>
                </a:solidFill>
              </a:rPr>
              <a:t>	주말</a:t>
            </a:r>
            <a:r>
              <a:rPr lang="en-US" altLang="ko-KR" sz="1400">
                <a:solidFill>
                  <a:schemeClr val="dk1"/>
                </a:solidFill>
              </a:rPr>
              <a:t>,</a:t>
            </a:r>
            <a:r>
              <a:rPr lang="ko-KR" altLang="en-US" sz="1400">
                <a:solidFill>
                  <a:schemeClr val="dk1"/>
                </a:solidFill>
              </a:rPr>
              <a:t> 공휴일 휴무</a:t>
            </a:r>
            <a:endParaRPr lang="ko-KR" altLang="en-US" sz="1400">
              <a:solidFill>
                <a:schemeClr val="dk1"/>
              </a:solidFill>
            </a:endParaRPr>
          </a:p>
          <a:p>
            <a:pPr>
              <a:defRPr sz="1800"/>
            </a:pPr>
            <a:endParaRPr lang="ko-KR" altLang="en-US" sz="1400">
              <a:solidFill>
                <a:schemeClr val="dk1"/>
              </a:solidFill>
            </a:endParaRPr>
          </a:p>
          <a:p>
            <a:pPr>
              <a:defRPr sz="1800"/>
            </a:pPr>
            <a:endParaRPr lang="ko-KR" altLang="en-US" sz="1400">
              <a:solidFill>
                <a:schemeClr val="dk1"/>
              </a:solidFill>
            </a:endParaRPr>
          </a:p>
          <a:p>
            <a:pPr>
              <a:defRPr sz="1800"/>
            </a:pPr>
            <a:endParaRPr lang="ko-KR" altLang="en-US" sz="1400">
              <a:solidFill>
                <a:schemeClr val="dk1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74320" y="5760720"/>
            <a:ext cx="998220" cy="39052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sz="2000" b="1">
                <a:solidFill>
                  <a:srgbClr val="000000"/>
                </a:solidFill>
              </a:rPr>
              <a:t>00COM</a:t>
            </a:r>
            <a:endParaRPr sz="2000" b="1">
              <a:solidFill>
                <a:srgbClr val="000000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828800" y="5760720"/>
            <a:ext cx="4368165" cy="69532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sz="1000" b="0">
                <a:solidFill>
                  <a:srgbClr val="000000"/>
                </a:solidFill>
              </a:rPr>
              <a:t>대표 : 000  |  대표전화 : 0000-0000  |  사업자번호 : 00000000</a:t>
            </a:r>
            <a:endParaRPr sz="1000" b="0">
              <a:solidFill>
                <a:srgbClr val="000000"/>
              </a:solidFill>
            </a:endParaRPr>
          </a:p>
          <a:p>
            <a:pPr lvl="0">
              <a:defRPr/>
            </a:pPr>
            <a:r>
              <a:rPr sz="1000" b="0">
                <a:solidFill>
                  <a:srgbClr val="000000"/>
                </a:solidFill>
              </a:rPr>
              <a:t>주소 : 인천광역시 00구 00동 00 주식회사 00COM  |  FAX : 000-000-0000</a:t>
            </a:r>
            <a:endParaRPr sz="1000" b="0">
              <a:solidFill>
                <a:srgbClr val="000000"/>
              </a:solidFill>
            </a:endParaRPr>
          </a:p>
          <a:p>
            <a:pPr lvl="0">
              <a:defRPr/>
            </a:pPr>
            <a:r>
              <a:rPr sz="1000" b="0">
                <a:solidFill>
                  <a:srgbClr val="000000"/>
                </a:solidFill>
              </a:rPr>
              <a:t>개인정보보호 담당자 : 000  |  이메일 : 000@000.com</a:t>
            </a:r>
            <a:endParaRPr sz="1000" b="0">
              <a:solidFill>
                <a:srgbClr val="000000"/>
              </a:solidFill>
            </a:endParaRPr>
          </a:p>
          <a:p>
            <a:pPr lvl="0">
              <a:defRPr/>
            </a:pPr>
            <a:r>
              <a:rPr sz="1000" b="0">
                <a:solidFill>
                  <a:srgbClr val="000000"/>
                </a:solidFill>
              </a:rPr>
              <a:t>통신판매신고 : 제 0000호  |  개인정보보호배상책임보험 증권번호 00000-00</a:t>
            </a:r>
            <a:endParaRPr sz="1000" b="0">
              <a:solidFill>
                <a:srgbClr val="000000"/>
              </a:solidFill>
            </a:endParaRPr>
          </a:p>
        </p:txBody>
      </p:sp>
      <p:sp>
        <p:nvSpPr>
          <p:cNvPr id="17" name=""/>
          <p:cNvSpPr/>
          <p:nvPr/>
        </p:nvSpPr>
        <p:spPr>
          <a:xfrm>
            <a:off x="5100363" y="2393332"/>
            <a:ext cx="1988225" cy="765810"/>
          </a:xfrm>
          <a:prstGeom prst="rect">
            <a:avLst/>
          </a:prstGeom>
          <a:noFill/>
          <a:ln>
            <a:solidFill>
              <a:schemeClr val="l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r>
              <a:rPr lang="en-US" altLang="ko-KR">
                <a:solidFill>
                  <a:schemeClr val="dk1"/>
                </a:solidFill>
              </a:rPr>
              <a:t>(</a:t>
            </a:r>
            <a:r>
              <a:rPr lang="ko-KR" altLang="en-US">
                <a:solidFill>
                  <a:schemeClr val="dk1"/>
                </a:solidFill>
              </a:rPr>
              <a:t>전화기 이미지</a:t>
            </a:r>
            <a:r>
              <a:rPr lang="en-US" altLang="ko-KR">
                <a:solidFill>
                  <a:schemeClr val="dk1"/>
                </a:solidFill>
              </a:rPr>
              <a:t>)</a:t>
            </a:r>
            <a:endParaRPr lang="en-US" altLang="ko-KR">
              <a:solidFill>
                <a:schemeClr val="dk1"/>
              </a:solidFill>
            </a:endParaRPr>
          </a:p>
        </p:txBody>
      </p:sp>
      <p:sp>
        <p:nvSpPr>
          <p:cNvPr id="19" name="Rounded Rectangle 4"/>
          <p:cNvSpPr/>
          <p:nvPr/>
        </p:nvSpPr>
        <p:spPr>
          <a:xfrm>
            <a:off x="7021932" y="2420654"/>
            <a:ext cx="1799356" cy="711165"/>
          </a:xfrm>
          <a:prstGeom prst="roundRect">
            <a:avLst>
              <a:gd name="adj" fmla="val 16667"/>
            </a:avLst>
          </a:prstGeom>
          <a:solidFill>
            <a:srgbClr val="c49dd6">
              <a:alpha val="100000"/>
            </a:srgbClr>
          </a:solidFill>
          <a:ln w="9525" cap="flat" cmpd="sng" algn="ctr">
            <a:solidFill>
              <a:srgbClr val="4a7ebb">
                <a:alpha val="100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4510"/>
              </a:srgbClr>
            </a:outerShdw>
          </a:effectLst>
        </p:spPr>
        <p:txBody>
          <a:bodyPr anchor="ctr"/>
          <a:p>
            <a:pPr marL="0" indent="0" algn="ctr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 sz="1400" b="1"/>
            </a:pPr>
            <a:r>
              <a:rPr xmlns:mc="http://schemas.openxmlformats.org/markup-compatibility/2006" xmlns:hp="http://schemas.haansoft.com/office/presentation/8.0" kumimoji="0" lang="ko-KR" altLang="en-US" sz="1400" b="1" i="0" u="none" strike="noStrike" kern="1200" cap="none" spc="0" normalizeH="0" baseline="0" mc:Ignorable="hp" hp:hslEmbossed="0">
                <a:solidFill>
                  <a:schemeClr val="dk1"/>
                </a:solidFill>
                <a:latin typeface="Calibri"/>
                <a:ea typeface="맑은 고딕"/>
                <a:cs typeface="맑은 고딕"/>
              </a:rPr>
              <a:t>상품 </a:t>
            </a:r>
            <a:r>
              <a:rPr xmlns:mc="http://schemas.openxmlformats.org/markup-compatibility/2006" xmlns:hp="http://schemas.haansoft.com/office/presentation/8.0" kumimoji="0" lang="en-US" altLang="ko-KR" sz="1400" b="1" i="0" u="none" strike="noStrike" kern="1200" cap="none" spc="0" normalizeH="0" baseline="0" mc:Ignorable="hp" hp:hslEmbossed="0">
                <a:solidFill>
                  <a:schemeClr val="dk1"/>
                </a:solidFill>
                <a:latin typeface="Calibri"/>
                <a:ea typeface="맑은 고딕"/>
                <a:cs typeface="맑은 고딕"/>
              </a:rPr>
              <a:t>QnA</a:t>
            </a:r>
            <a:endParaRPr xmlns:mc="http://schemas.openxmlformats.org/markup-compatibility/2006" xmlns:hp="http://schemas.haansoft.com/office/presentation/8.0" kumimoji="0" lang="en-US" altLang="ko-KR" sz="1400" b="1" i="0" u="none" strike="noStrike" kern="1200" cap="none" spc="0" normalizeH="0" baseline="0" mc:Ignorable="hp" hp:hslEmbossed="0">
              <a:solidFill>
                <a:schemeClr val="dk1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21" name="Rounded Rectangle 4"/>
          <p:cNvSpPr/>
          <p:nvPr/>
        </p:nvSpPr>
        <p:spPr>
          <a:xfrm>
            <a:off x="9079333" y="2420655"/>
            <a:ext cx="2290969" cy="711165"/>
          </a:xfrm>
          <a:prstGeom prst="roundRect">
            <a:avLst>
              <a:gd name="adj" fmla="val 16667"/>
            </a:avLst>
          </a:prstGeom>
          <a:solidFill>
            <a:srgbClr val="ffe766">
              <a:alpha val="100000"/>
            </a:srgbClr>
          </a:solidFill>
          <a:ln w="9525" cap="flat" cmpd="sng" algn="ctr">
            <a:solidFill>
              <a:srgbClr val="4a7ebb">
                <a:alpha val="100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4510"/>
              </a:srgbClr>
            </a:outerShdw>
          </a:effectLst>
        </p:spPr>
        <p:txBody>
          <a:bodyPr anchor="ctr"/>
          <a:p>
            <a:pPr marL="0" indent="0" algn="ctr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 sz="1400" b="1"/>
            </a:pPr>
            <a:r>
              <a:rPr xmlns:mc="http://schemas.openxmlformats.org/markup-compatibility/2006" xmlns:hp="http://schemas.haansoft.com/office/presentation/8.0" kumimoji="0" lang="ko-KR" altLang="en-US" sz="1400" b="1" i="0" u="none" strike="noStrike" kern="1200" cap="none" spc="0" normalizeH="0" baseline="0" mc:Ignorable="hp" hp:hslEmbossed="0">
                <a:solidFill>
                  <a:schemeClr val="dk1"/>
                </a:solidFill>
                <a:latin typeface="Calibri"/>
                <a:ea typeface="맑은 고딕"/>
                <a:cs typeface="맑은 고딕"/>
              </a:rPr>
              <a:t>카카오톡</a:t>
            </a:r>
            <a:endParaRPr xmlns:mc="http://schemas.openxmlformats.org/markup-compatibility/2006" xmlns:hp="http://schemas.haansoft.com/office/presentation/8.0" kumimoji="0" lang="ko-KR" altLang="en-US" sz="1400" b="1" i="0" u="none" strike="noStrike" kern="1200" cap="none" spc="0" normalizeH="0" baseline="0" mc:Ignorable="hp" hp:hslEmbossed="0">
              <a:solidFill>
                <a:schemeClr val="dk1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22" name=""/>
          <p:cNvSpPr/>
          <p:nvPr/>
        </p:nvSpPr>
        <p:spPr>
          <a:xfrm>
            <a:off x="8821288" y="3589020"/>
            <a:ext cx="2290969" cy="183715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pPr algn="ctr">
              <a:defRPr/>
            </a:pPr>
            <a:endParaRPr lang="en-US" altLang="ko-KR">
              <a:solidFill>
                <a:schemeClr val="dk1"/>
              </a:solidFill>
            </a:endParaRPr>
          </a:p>
          <a:p>
            <a:pPr algn="ctr">
              <a:defRPr/>
            </a:pPr>
            <a:r>
              <a:rPr lang="ko-KR" altLang="en-US" sz="1200">
                <a:solidFill>
                  <a:schemeClr val="dk1"/>
                </a:solidFill>
              </a:rPr>
              <a:t>클릭시</a:t>
            </a:r>
            <a:endParaRPr lang="ko-KR" altLang="en-US" sz="1200">
              <a:solidFill>
                <a:schemeClr val="dk1"/>
              </a:solidFill>
            </a:endParaRPr>
          </a:p>
          <a:p>
            <a:pPr algn="ctr">
              <a:defRPr/>
            </a:pPr>
            <a:r>
              <a:rPr lang="ko-KR" altLang="en-US" sz="1200">
                <a:solidFill>
                  <a:schemeClr val="dk1"/>
                </a:solidFill>
              </a:rPr>
              <a:t>큐알코드 </a:t>
            </a:r>
            <a:endParaRPr lang="ko-KR" altLang="en-US" sz="1200">
              <a:solidFill>
                <a:schemeClr val="dk1"/>
              </a:solidFill>
            </a:endParaRPr>
          </a:p>
          <a:p>
            <a:pPr marL="0" indent="0" algn="ctr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lang="ko-KR" altLang="en-US" sz="1200">
                <a:solidFill>
                  <a:schemeClr val="dk1"/>
                </a:solidFill>
              </a:rPr>
              <a:t>카카오 오픈채팅방</a:t>
            </a:r>
            <a:endParaRPr lang="ko-KR" altLang="en-US" sz="1200">
              <a:solidFill>
                <a:schemeClr val="dk1"/>
              </a:solidFill>
            </a:endParaRPr>
          </a:p>
          <a:p>
            <a:pPr marL="0" indent="0" algn="ctr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lang="ko-KR" altLang="en-US" sz="1200">
                <a:solidFill>
                  <a:schemeClr val="dk1"/>
                </a:solidFill>
              </a:rPr>
              <a:t>팝업 출력</a:t>
            </a:r>
            <a:endParaRPr lang="ko-KR" altLang="en-US" sz="1200">
              <a:solidFill>
                <a:schemeClr val="dk1"/>
              </a:solidFill>
            </a:endParaRPr>
          </a:p>
          <a:p>
            <a:pPr marL="0" indent="0" algn="ctr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2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출력</a:t>
            </a:r>
            <a:endParaRPr xmlns:mc="http://schemas.openxmlformats.org/markup-compatibility/2006" xmlns:hp="http://schemas.haansoft.com/office/presentation/8.0" kumimoji="0" lang="ko-KR" altLang="en-US" sz="12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  <a:p>
            <a:pPr algn="ctr">
              <a:defRPr/>
            </a:pPr>
            <a:r>
              <a:rPr lang="en-US" altLang="ko-KR">
                <a:solidFill>
                  <a:schemeClr val="dk1"/>
                </a:solidFill>
              </a:rPr>
              <a:t>&lt;-</a:t>
            </a:r>
            <a:r>
              <a:rPr lang="ko-KR" altLang="en-US">
                <a:solidFill>
                  <a:schemeClr val="dk1"/>
                </a:solidFill>
              </a:rPr>
              <a:t>예시</a:t>
            </a:r>
            <a:endParaRPr lang="ko-KR" altLang="en-US">
              <a:solidFill>
                <a:schemeClr val="dk1"/>
              </a:solidFill>
            </a:endParaRPr>
          </a:p>
        </p:txBody>
      </p:sp>
      <p:sp>
        <p:nvSpPr>
          <p:cNvPr id="23" name=""/>
          <p:cNvSpPr/>
          <p:nvPr/>
        </p:nvSpPr>
        <p:spPr>
          <a:xfrm>
            <a:off x="6788364" y="3803936"/>
            <a:ext cx="2290969" cy="1837156"/>
          </a:xfrm>
          <a:prstGeom prst="rect">
            <a:avLst/>
          </a:prstGeom>
          <a:solidFill>
            <a:srgbClr val="ffffff">
              <a:alpha val="100000"/>
            </a:srgbClr>
          </a:solidFill>
          <a:ln w="9525" cap="flat" cmpd="sng" algn="ctr">
            <a:solidFill>
              <a:srgbClr val="000000">
                <a:alpha val="100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/>
          <a:p>
            <a:pPr marL="0" indent="0" algn="ctr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80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Calibri"/>
              </a:rPr>
              <a:t>@</a:t>
            </a:r>
            <a:endPara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Calibri"/>
            </a:endParaRPr>
          </a:p>
          <a:p>
            <a:pPr marL="0" indent="0" algn="ctr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카카오 오픈채팅방</a:t>
            </a:r>
            <a:endPara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25" name=""/>
          <p:cNvSpPr/>
          <p:nvPr/>
        </p:nvSpPr>
        <p:spPr>
          <a:xfrm>
            <a:off x="2414956" y="936207"/>
            <a:ext cx="4143724" cy="984033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r>
              <a:rPr lang="en-US" altLang="ko-KR">
                <a:solidFill>
                  <a:schemeClr val="dk1"/>
                </a:solidFill>
              </a:rPr>
              <a:t>//</a:t>
            </a:r>
            <a:r>
              <a:rPr lang="ko-KR" altLang="en-US">
                <a:solidFill>
                  <a:schemeClr val="dk1"/>
                </a:solidFill>
              </a:rPr>
              <a:t>왼쪽 메뉴 스크롤을 내려도 고정</a:t>
            </a:r>
            <a:endParaRPr lang="ko-KR" altLang="en-US">
              <a:solidFill>
                <a:schemeClr val="dk1"/>
              </a:solidFill>
            </a:endParaRPr>
          </a:p>
          <a:p>
            <a:pPr>
              <a:defRPr/>
            </a:pPr>
            <a:endParaRPr lang="ko-KR" altLang="en-US">
              <a:solidFill>
                <a:schemeClr val="dk1"/>
              </a:solidFill>
            </a:endParaRPr>
          </a:p>
        </p:txBody>
      </p:sp>
      <p:cxnSp>
        <p:nvCxnSpPr>
          <p:cNvPr id="26" name=""/>
          <p:cNvCxnSpPr>
            <a:stCxn id="21" idx="2"/>
            <a:endCxn id="23" idx="0"/>
          </p:cNvCxnSpPr>
          <p:nvPr/>
        </p:nvCxnSpPr>
        <p:spPr>
          <a:xfrm rot="10800000" flipV="1">
            <a:off x="7933848" y="3131820"/>
            <a:ext cx="2291007" cy="67211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"/>
          <p:cNvSpPr/>
          <p:nvPr/>
        </p:nvSpPr>
        <p:spPr>
          <a:xfrm>
            <a:off x="10276514" y="5976742"/>
            <a:ext cx="1912437" cy="881258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</p:spPr>
        <p:txBody>
          <a:bodyPr/>
          <a:p>
            <a:pPr marL="0" indent="0" algn="ctr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고객센터</a:t>
            </a:r>
            <a:endPara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157636917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014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sz="2400" b="1">
                <a:solidFill>
                  <a:srgbClr val="000000"/>
                </a:solidFill>
              </a:rPr>
              <a:t>00COM</a:t>
            </a:r>
            <a:endParaRPr sz="2400" b="1">
              <a:solidFill>
                <a:srgbClr val="000000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857999" y="182880"/>
            <a:ext cx="5053966" cy="30099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sz="1400" b="0">
                <a:solidFill>
                  <a:srgbClr val="000000"/>
                </a:solidFill>
              </a:rPr>
              <a:t>로그인   |   회원가입   |   장바구니   |   마이페이지   |   고객센터</a:t>
            </a:r>
            <a:endParaRPr sz="1400" b="0">
              <a:solidFill>
                <a:srgbClr val="000000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74319" y="1097280"/>
            <a:ext cx="1531620" cy="33909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ko-KR" altLang="en-US" sz="1600" b="1">
                <a:solidFill>
                  <a:srgbClr val="000000"/>
                </a:solidFill>
              </a:rPr>
              <a:t>고객 지원 센터</a:t>
            </a:r>
            <a:endParaRPr lang="ko-KR" altLang="en-US" sz="1600" b="1">
              <a:solidFill>
                <a:srgbClr val="000000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358265" cy="2971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ko-KR" altLang="en-US" sz="1400" b="0">
                <a:solidFill>
                  <a:srgbClr val="000000"/>
                </a:solidFill>
              </a:rPr>
              <a:t>자주 묻는 질문</a:t>
            </a:r>
            <a:endParaRPr lang="ko-KR" altLang="en-US" sz="1400" b="0">
              <a:solidFill>
                <a:srgbClr val="000000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57200" y="1920240"/>
            <a:ext cx="1320165" cy="2971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ko-KR" altLang="en-US" sz="1400" b="0">
                <a:solidFill>
                  <a:srgbClr val="000000"/>
                </a:solidFill>
              </a:rPr>
              <a:t>입금계좌 안내</a:t>
            </a:r>
            <a:endParaRPr lang="ko-KR" altLang="en-US" sz="1400" b="0">
              <a:solidFill>
                <a:srgbClr val="000000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57200" y="2377440"/>
            <a:ext cx="967740" cy="2971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ko-KR" altLang="en-US" sz="1400" b="0">
                <a:solidFill>
                  <a:srgbClr val="000000"/>
                </a:solidFill>
              </a:rPr>
              <a:t>배송 안내</a:t>
            </a:r>
            <a:endParaRPr lang="ko-KR" altLang="en-US" sz="1400" b="0">
              <a:solidFill>
                <a:srgbClr val="000000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57200" y="2834640"/>
            <a:ext cx="1101090" cy="2971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1400" b="1">
                <a:solidFill>
                  <a:srgbClr val="000000"/>
                </a:solidFill>
              </a:rPr>
              <a:t>A/S</a:t>
            </a:r>
            <a:r>
              <a:rPr lang="ko-KR" altLang="en-US" sz="1400" b="1">
                <a:solidFill>
                  <a:srgbClr val="000000"/>
                </a:solidFill>
              </a:rPr>
              <a:t> 및 문의</a:t>
            </a:r>
            <a:endParaRPr lang="ko-KR" altLang="en-US" sz="1400" b="1">
              <a:solidFill>
                <a:srgbClr val="000000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57200" y="3291840"/>
            <a:ext cx="929640" cy="2971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ko-KR" altLang="en-US" sz="1400" b="0">
                <a:solidFill>
                  <a:srgbClr val="000000"/>
                </a:solidFill>
              </a:rPr>
              <a:t>이용약관</a:t>
            </a:r>
            <a:endParaRPr lang="ko-KR" altLang="en-US" sz="1400" b="0">
              <a:solidFill>
                <a:srgbClr val="000000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74320" y="5760720"/>
            <a:ext cx="998220" cy="39052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sz="2000" b="1">
                <a:solidFill>
                  <a:srgbClr val="000000"/>
                </a:solidFill>
              </a:rPr>
              <a:t>00COM</a:t>
            </a:r>
            <a:endParaRPr sz="2000" b="1">
              <a:solidFill>
                <a:srgbClr val="000000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828800" y="5760720"/>
            <a:ext cx="4368165" cy="69532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sz="1000" b="0">
                <a:solidFill>
                  <a:srgbClr val="000000"/>
                </a:solidFill>
              </a:rPr>
              <a:t>대표 : 000  |  대표전화 : 0000-0000  |  사업자번호 : 00000000</a:t>
            </a:r>
            <a:endParaRPr sz="1000" b="0">
              <a:solidFill>
                <a:srgbClr val="000000"/>
              </a:solidFill>
            </a:endParaRPr>
          </a:p>
          <a:p>
            <a:pPr lvl="0">
              <a:defRPr/>
            </a:pPr>
            <a:r>
              <a:rPr sz="1000" b="0">
                <a:solidFill>
                  <a:srgbClr val="000000"/>
                </a:solidFill>
              </a:rPr>
              <a:t>주소 : 인천광역시 00구 00동 00 주식회사 00COM  |  FAX : 000-000-0000</a:t>
            </a:r>
            <a:endParaRPr sz="1000" b="0">
              <a:solidFill>
                <a:srgbClr val="000000"/>
              </a:solidFill>
            </a:endParaRPr>
          </a:p>
          <a:p>
            <a:pPr lvl="0">
              <a:defRPr/>
            </a:pPr>
            <a:r>
              <a:rPr sz="1000" b="0">
                <a:solidFill>
                  <a:srgbClr val="000000"/>
                </a:solidFill>
              </a:rPr>
              <a:t>개인정보보호 담당자 : 000  |  이메일 : 000@000.com</a:t>
            </a:r>
            <a:endParaRPr sz="1000" b="0">
              <a:solidFill>
                <a:srgbClr val="000000"/>
              </a:solidFill>
            </a:endParaRPr>
          </a:p>
          <a:p>
            <a:pPr lvl="0">
              <a:defRPr/>
            </a:pPr>
            <a:r>
              <a:rPr sz="1000" b="0">
                <a:solidFill>
                  <a:srgbClr val="000000"/>
                </a:solidFill>
              </a:rPr>
              <a:t>통신판매신고 : 제 0000호  |  개인정보보호배상책임보험 증권번호 00000-00</a:t>
            </a:r>
            <a:endParaRPr sz="1000" b="0">
              <a:solidFill>
                <a:srgbClr val="000000"/>
              </a:solidFill>
            </a:endParaRPr>
          </a:p>
        </p:txBody>
      </p:sp>
      <p:sp>
        <p:nvSpPr>
          <p:cNvPr id="21" name="Rounded Rectangle 4"/>
          <p:cNvSpPr/>
          <p:nvPr/>
        </p:nvSpPr>
        <p:spPr>
          <a:xfrm>
            <a:off x="2763684" y="1107457"/>
            <a:ext cx="8961118" cy="355582"/>
          </a:xfrm>
          <a:prstGeom prst="roundRect">
            <a:avLst>
              <a:gd name="adj" fmla="val 16667"/>
            </a:avLst>
          </a:prstGeom>
          <a:solidFill>
            <a:srgbClr val="dcdcdc">
              <a:alpha val="100000"/>
            </a:srgbClr>
          </a:solidFill>
          <a:ln w="9525" cap="flat" cmpd="sng" algn="ctr">
            <a:solidFill>
              <a:srgbClr val="4a7ebb">
                <a:alpha val="100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4510"/>
              </a:srgbClr>
            </a:outerShdw>
          </a:effectLst>
        </p:spPr>
        <p:txBody>
          <a:bodyPr anchor="ctr"/>
          <a:p>
            <a:pPr marL="0" indent="0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 sz="1400" b="1"/>
            </a:pPr>
            <a:r>
              <a:rPr xmlns:mc="http://schemas.openxmlformats.org/markup-compatibility/2006" xmlns:hp="http://schemas.haansoft.com/office/presentation/8.0" kumimoji="0" lang="ko-KR" altLang="en-US" sz="1400" b="1" i="0" u="none" strike="noStrike" kern="1200" cap="none" spc="0" normalizeH="0" baseline="0" mc:Ignorable="hp" hp:hslEmbossed="0">
                <a:solidFill>
                  <a:schemeClr val="dk1"/>
                </a:solidFill>
                <a:latin typeface="Calibri"/>
                <a:ea typeface="맑은 고딕"/>
                <a:cs typeface="맑은 고딕"/>
              </a:rPr>
              <a:t>   번호	상품번호		날짜					제목							        작성자</a:t>
            </a:r>
            <a:endParaRPr xmlns:mc="http://schemas.openxmlformats.org/markup-compatibility/2006" xmlns:hp="http://schemas.haansoft.com/office/presentation/8.0" kumimoji="0" lang="ko-KR" altLang="en-US" sz="1400" b="1" i="0" u="none" strike="noStrike" kern="1200" cap="none" spc="0" normalizeH="0" baseline="0" mc:Ignorable="hp" hp:hslEmbossed="0">
              <a:solidFill>
                <a:schemeClr val="dk1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22" name=""/>
          <p:cNvSpPr/>
          <p:nvPr/>
        </p:nvSpPr>
        <p:spPr>
          <a:xfrm>
            <a:off x="2763684" y="1463040"/>
            <a:ext cx="8961118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r>
              <a:rPr lang="ko-KR" altLang="en-US">
                <a:solidFill>
                  <a:schemeClr val="dk1"/>
                </a:solidFill>
              </a:rPr>
              <a:t> </a:t>
            </a:r>
            <a:r>
              <a:rPr lang="en-US" altLang="ko-KR">
                <a:solidFill>
                  <a:schemeClr val="dk1"/>
                </a:solidFill>
              </a:rPr>
              <a:t>0002</a:t>
            </a:r>
            <a:r>
              <a:rPr lang="ko-KR" altLang="en-US">
                <a:solidFill>
                  <a:schemeClr val="dk1"/>
                </a:solidFill>
              </a:rPr>
              <a:t>	</a:t>
            </a:r>
            <a:r>
              <a:rPr lang="en-US" altLang="ko-KR">
                <a:solidFill>
                  <a:schemeClr val="dk1"/>
                </a:solidFill>
              </a:rPr>
              <a:t>  c001		03-12			cpu </a:t>
            </a:r>
            <a:r>
              <a:rPr lang="ko-KR" altLang="en-US">
                <a:solidFill>
                  <a:schemeClr val="dk1"/>
                </a:solidFill>
              </a:rPr>
              <a:t>초기불량						     아무개</a:t>
            </a:r>
            <a:endParaRPr lang="ko-KR" altLang="en-US">
              <a:solidFill>
                <a:schemeClr val="dk1"/>
              </a:solidFill>
            </a:endParaRPr>
          </a:p>
        </p:txBody>
      </p:sp>
      <p:cxnSp>
        <p:nvCxnSpPr>
          <p:cNvPr id="23" name=""/>
          <p:cNvCxnSpPr/>
          <p:nvPr/>
        </p:nvCxnSpPr>
        <p:spPr>
          <a:xfrm>
            <a:off x="2763685" y="1920240"/>
            <a:ext cx="8961117" cy="0"/>
          </a:xfrm>
          <a:prstGeom prst="line">
            <a:avLst/>
          </a:prstGeom>
          <a:ln>
            <a:solidFill>
              <a:srgbClr val="dcdc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"/>
          <p:cNvCxnSpPr/>
          <p:nvPr/>
        </p:nvCxnSpPr>
        <p:spPr>
          <a:xfrm>
            <a:off x="2763686" y="2377440"/>
            <a:ext cx="8961117" cy="0"/>
          </a:xfrm>
          <a:prstGeom prst="line">
            <a:avLst/>
          </a:prstGeom>
          <a:noFill/>
          <a:ln w="25400" cap="flat" cmpd="sng" algn="ctr">
            <a:solidFill>
              <a:srgbClr val="dcdcdc">
                <a:alpha val="100000"/>
              </a:srgbClr>
            </a:solidFill>
            <a:prstDash val="solid"/>
          </a:ln>
          <a:effectLst/>
        </p:spPr>
      </p:cxnSp>
      <p:sp>
        <p:nvSpPr>
          <p:cNvPr id="25" name=""/>
          <p:cNvSpPr/>
          <p:nvPr/>
        </p:nvSpPr>
        <p:spPr>
          <a:xfrm>
            <a:off x="2763685" y="1920240"/>
            <a:ext cx="8961118" cy="457200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</p:spPr>
        <p:txBody>
          <a:bodyPr/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 </a:t>
            </a:r>
            <a:r>
              <a: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Calibri"/>
              </a:rPr>
              <a:t>0001</a:t>
            </a: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	</a:t>
            </a:r>
            <a:r>
              <a: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Calibri"/>
              </a:rPr>
              <a:t>  g001		03-10			</a:t>
            </a: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Calibri"/>
              </a:rPr>
              <a:t>       오배송</a:t>
            </a: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						     홍길동</a:t>
            </a:r>
            <a:endPara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26" name=""/>
          <p:cNvSpPr/>
          <p:nvPr/>
        </p:nvSpPr>
        <p:spPr>
          <a:xfrm>
            <a:off x="5872661" y="5414635"/>
            <a:ext cx="3512320" cy="274007"/>
          </a:xfrm>
          <a:prstGeom prst="rect">
            <a:avLst/>
          </a:prstGeom>
          <a:solidFill>
            <a:srgbClr val="ffffff">
              <a:alpha val="100000"/>
            </a:srgbClr>
          </a:solidFill>
          <a:ln w="9525" cap="flat" cmpd="sng" algn="ctr">
            <a:solidFill>
              <a:srgbClr val="000000">
                <a:alpha val="100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4510"/>
              </a:srgbClr>
            </a:outerShdw>
          </a:effectLst>
        </p:spPr>
        <p:txBody>
          <a:bodyPr/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xmlns:mc="http://schemas.openxmlformats.org/markup-compatibility/2006" xmlns:hp="http://schemas.haansoft.com/office/presentation/8.0" kumimoji="0" sz="1800" b="0" i="0" u="none" strike="noStrike" kern="1200" cap="none" spc="0" normalizeH="0" baseline="0" mc:Ignorable="hp" hp:hslEmbossed="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27" name="Rounded Rectangle 4"/>
          <p:cNvSpPr/>
          <p:nvPr/>
        </p:nvSpPr>
        <p:spPr>
          <a:xfrm>
            <a:off x="9557401" y="5414635"/>
            <a:ext cx="857251" cy="274007"/>
          </a:xfrm>
          <a:prstGeom prst="roundRect">
            <a:avLst>
              <a:gd name="adj" fmla="val 16667"/>
            </a:avLst>
          </a:prstGeom>
          <a:solidFill>
            <a:srgbClr val="87cefa">
              <a:alpha val="100000"/>
            </a:srgbClr>
          </a:solidFill>
          <a:ln w="9525" cap="flat" cmpd="sng" algn="ctr">
            <a:solidFill>
              <a:srgbClr val="4a7ebb">
                <a:alpha val="100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4510"/>
              </a:srgbClr>
            </a:outerShdw>
          </a:effectLst>
        </p:spPr>
        <p:txBody>
          <a:bodyPr anchor="ctr"/>
          <a:p>
            <a:pPr marL="0" indent="0" algn="ctr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 sz="1400" b="1"/>
            </a:pPr>
            <a:r>
              <a:rPr xmlns:mc="http://schemas.openxmlformats.org/markup-compatibility/2006" xmlns:hp="http://schemas.haansoft.com/office/presentation/8.0" kumimoji="0" lang="ko-KR" altLang="en-US" sz="1400" b="1" i="0" u="none" strike="noStrike" kern="1200" cap="none" spc="0" normalizeH="0" baseline="0" mc:Ignorable="hp" hp:hslEmbossed="0">
                <a:solidFill>
                  <a:schemeClr val="tx1"/>
                </a:solidFill>
                <a:latin typeface="Calibri"/>
                <a:ea typeface="맑은 고딕"/>
                <a:cs typeface="맑은 고딕"/>
              </a:rPr>
              <a:t>검색</a:t>
            </a:r>
            <a:endParaRPr xmlns:mc="http://schemas.openxmlformats.org/markup-compatibility/2006" xmlns:hp="http://schemas.haansoft.com/office/presentation/8.0" kumimoji="0" lang="ko-KR" altLang="en-US" sz="1400" b="1" i="0" u="none" strike="noStrike" kern="1200" cap="none" spc="0" normalizeH="0" baseline="0" mc:Ignorable="hp" hp:hslEmbossed="0">
              <a:solidFill>
                <a:schemeClr val="tx1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28" name="Rounded Rectangle 4"/>
          <p:cNvSpPr/>
          <p:nvPr/>
        </p:nvSpPr>
        <p:spPr>
          <a:xfrm>
            <a:off x="10867551" y="2560633"/>
            <a:ext cx="857251" cy="274007"/>
          </a:xfrm>
          <a:prstGeom prst="roundRect">
            <a:avLst>
              <a:gd name="adj" fmla="val 16667"/>
            </a:avLst>
          </a:prstGeom>
          <a:solidFill>
            <a:srgbClr val="87cefa">
              <a:alpha val="100000"/>
            </a:srgbClr>
          </a:solidFill>
          <a:ln w="9525" cap="flat" cmpd="sng" algn="ctr">
            <a:solidFill>
              <a:srgbClr val="4a7ebb">
                <a:alpha val="100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4510"/>
              </a:srgbClr>
            </a:outerShdw>
          </a:effectLst>
        </p:spPr>
        <p:txBody>
          <a:bodyPr anchor="ctr"/>
          <a:p>
            <a:pPr marL="0" indent="0" algn="ctr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 sz="1400" b="1"/>
            </a:pPr>
            <a:r>
              <a:rPr xmlns:mc="http://schemas.openxmlformats.org/markup-compatibility/2006" xmlns:hp="http://schemas.haansoft.com/office/presentation/8.0" kumimoji="0" lang="ko-KR" altLang="en-US" sz="1400" b="1" i="0" u="none" strike="noStrike" kern="1200" cap="none" spc="0" normalizeH="0" baseline="0" mc:Ignorable="hp" hp:hslEmbossed="0">
                <a:solidFill>
                  <a:schemeClr val="tx1"/>
                </a:solidFill>
                <a:latin typeface="Calibri"/>
                <a:ea typeface="맑은 고딕"/>
                <a:cs typeface="맑은 고딕"/>
              </a:rPr>
              <a:t>글쓰기</a:t>
            </a:r>
            <a:endParaRPr xmlns:mc="http://schemas.openxmlformats.org/markup-compatibility/2006" xmlns:hp="http://schemas.haansoft.com/office/presentation/8.0" kumimoji="0" lang="ko-KR" altLang="en-US" sz="1400" b="1" i="0" u="none" strike="noStrike" kern="1200" cap="none" spc="0" normalizeH="0" baseline="0" mc:Ignorable="hp" hp:hslEmbossed="0">
              <a:solidFill>
                <a:schemeClr val="tx1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30" name=""/>
          <p:cNvSpPr/>
          <p:nvPr/>
        </p:nvSpPr>
        <p:spPr>
          <a:xfrm>
            <a:off x="10276514" y="5976742"/>
            <a:ext cx="1912437" cy="881258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</p:spPr>
        <p:txBody>
          <a:bodyPr/>
          <a:p>
            <a:pPr marL="0" indent="0" algn="ctr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고객센터</a:t>
            </a:r>
            <a:endPara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  <a:p>
            <a:pPr lvl="0" algn="ctr">
              <a:defRPr/>
            </a:pPr>
            <a:r>
              <a:rPr lang="en-US" altLang="ko-KR">
                <a:solidFill>
                  <a:srgbClr val="000000"/>
                </a:solidFill>
              </a:rPr>
              <a:t>A/S</a:t>
            </a:r>
            <a:r>
              <a:rPr lang="ko-KR" altLang="en-US">
                <a:solidFill>
                  <a:srgbClr val="000000"/>
                </a:solidFill>
              </a:rPr>
              <a:t> 및 문의</a:t>
            </a:r>
            <a:endParaRPr xmlns:mc="http://schemas.openxmlformats.org/markup-compatibility/2006" xmlns:hp="http://schemas.haansoft.com/office/presentation/8.0" kumimoji="0" lang="ko-KR" altLang="en-US" sz="180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67679741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014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sz="2400" b="1">
                <a:solidFill>
                  <a:srgbClr val="000000"/>
                </a:solidFill>
              </a:rPr>
              <a:t>00COM</a:t>
            </a:r>
            <a:endParaRPr sz="2400" b="1">
              <a:solidFill>
                <a:srgbClr val="000000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857999" y="182880"/>
            <a:ext cx="5053966" cy="30099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sz="1400" b="0">
                <a:solidFill>
                  <a:srgbClr val="000000"/>
                </a:solidFill>
              </a:rPr>
              <a:t>로그인   |   회원가입   |   장바구니   |   마이페이지   |   고객센터</a:t>
            </a:r>
            <a:endParaRPr sz="1400" b="0">
              <a:solidFill>
                <a:srgbClr val="000000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74319" y="1097280"/>
            <a:ext cx="1236346" cy="33909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ko-KR" altLang="en-US" sz="1600" b="1">
                <a:solidFill>
                  <a:srgbClr val="000000"/>
                </a:solidFill>
              </a:rPr>
              <a:t>마이페이지</a:t>
            </a:r>
            <a:endParaRPr lang="ko-KR" altLang="en-US" sz="1600" b="1">
              <a:solidFill>
                <a:srgbClr val="000000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929640" cy="2971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ko-KR" altLang="en-US" sz="1400" b="1">
                <a:solidFill>
                  <a:srgbClr val="000000"/>
                </a:solidFill>
              </a:rPr>
              <a:t>회원정보</a:t>
            </a:r>
            <a:endParaRPr lang="ko-KR" altLang="en-US" sz="1400" b="1">
              <a:solidFill>
                <a:srgbClr val="000000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57200" y="1920240"/>
            <a:ext cx="996315" cy="2971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ko-KR" altLang="en-US" sz="1400" b="0">
                <a:solidFill>
                  <a:srgbClr val="000000"/>
                </a:solidFill>
              </a:rPr>
              <a:t>주문</a:t>
            </a:r>
            <a:r>
              <a:rPr lang="en-US" altLang="ko-KR" sz="1400" b="0">
                <a:solidFill>
                  <a:srgbClr val="000000"/>
                </a:solidFill>
              </a:rPr>
              <a:t>/</a:t>
            </a:r>
            <a:r>
              <a:rPr lang="ko-KR" altLang="en-US" sz="1400" b="0">
                <a:solidFill>
                  <a:srgbClr val="000000"/>
                </a:solidFill>
              </a:rPr>
              <a:t>배송</a:t>
            </a:r>
            <a:endParaRPr lang="ko-KR" altLang="en-US" sz="1400" b="0">
              <a:solidFill>
                <a:srgbClr val="000000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57200" y="2377440"/>
            <a:ext cx="1082040" cy="2971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1400" b="0">
                <a:solidFill>
                  <a:srgbClr val="000000"/>
                </a:solidFill>
              </a:rPr>
              <a:t>A/S</a:t>
            </a:r>
            <a:r>
              <a:rPr lang="ko-KR" altLang="en-US" sz="1400" b="0">
                <a:solidFill>
                  <a:srgbClr val="000000"/>
                </a:solidFill>
              </a:rPr>
              <a:t> 및 문의</a:t>
            </a:r>
            <a:endParaRPr lang="ko-KR" altLang="en-US" sz="1400" b="0">
              <a:solidFill>
                <a:srgbClr val="000000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74320" y="5760720"/>
            <a:ext cx="998220" cy="39052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sz="2000" b="1">
                <a:solidFill>
                  <a:srgbClr val="000000"/>
                </a:solidFill>
              </a:rPr>
              <a:t>00COM</a:t>
            </a:r>
            <a:endParaRPr sz="2000" b="1">
              <a:solidFill>
                <a:srgbClr val="000000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828800" y="5760720"/>
            <a:ext cx="4368165" cy="69532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sz="1000" b="0">
                <a:solidFill>
                  <a:srgbClr val="000000"/>
                </a:solidFill>
              </a:rPr>
              <a:t>대표 : 000  |  대표전화 : 0000-0000  |  사업자번호 : 00000000</a:t>
            </a:r>
            <a:endParaRPr sz="1000" b="0">
              <a:solidFill>
                <a:srgbClr val="000000"/>
              </a:solidFill>
            </a:endParaRPr>
          </a:p>
          <a:p>
            <a:pPr lvl="0">
              <a:defRPr/>
            </a:pPr>
            <a:r>
              <a:rPr sz="1000" b="0">
                <a:solidFill>
                  <a:srgbClr val="000000"/>
                </a:solidFill>
              </a:rPr>
              <a:t>주소 : 인천광역시 00구 00동 00 주식회사 00COM  |  FAX : 000-000-0000</a:t>
            </a:r>
            <a:endParaRPr sz="1000" b="0">
              <a:solidFill>
                <a:srgbClr val="000000"/>
              </a:solidFill>
            </a:endParaRPr>
          </a:p>
          <a:p>
            <a:pPr lvl="0">
              <a:defRPr/>
            </a:pPr>
            <a:r>
              <a:rPr sz="1000" b="0">
                <a:solidFill>
                  <a:srgbClr val="000000"/>
                </a:solidFill>
              </a:rPr>
              <a:t>개인정보보호 담당자 : 000  |  이메일 : 000@000.com</a:t>
            </a:r>
            <a:endParaRPr sz="1000" b="0">
              <a:solidFill>
                <a:srgbClr val="000000"/>
              </a:solidFill>
            </a:endParaRPr>
          </a:p>
          <a:p>
            <a:pPr lvl="0">
              <a:defRPr/>
            </a:pPr>
            <a:r>
              <a:rPr sz="1000" b="0">
                <a:solidFill>
                  <a:srgbClr val="000000"/>
                </a:solidFill>
              </a:rPr>
              <a:t>통신판매신고 : 제 0000호  |  개인정보보호배상책임보험 증권번호 00000-00</a:t>
            </a:r>
            <a:endParaRPr sz="1000" b="0">
              <a:solidFill>
                <a:srgbClr val="000000"/>
              </a:solidFill>
            </a:endParaRPr>
          </a:p>
        </p:txBody>
      </p:sp>
      <p:sp>
        <p:nvSpPr>
          <p:cNvPr id="28" name="Rectangle 6"/>
          <p:cNvSpPr/>
          <p:nvPr/>
        </p:nvSpPr>
        <p:spPr>
          <a:xfrm>
            <a:off x="3200297" y="1266825"/>
            <a:ext cx="4428524" cy="2767104"/>
          </a:xfrm>
          <a:prstGeom prst="rect">
            <a:avLst/>
          </a:prstGeom>
          <a:solidFill>
            <a:srgbClr val="ffffff">
              <a:alpha val="100000"/>
            </a:srgbClr>
          </a:solidFill>
          <a:ln w="9525" cap="flat" cmpd="sng" algn="ctr">
            <a:solidFill>
              <a:srgbClr val="ffffff">
                <a:alpha val="100000"/>
              </a:srgbClr>
            </a:solidFill>
            <a:prstDash val="solid"/>
          </a:ln>
          <a:effectLst/>
        </p:spPr>
        <p:txBody>
          <a:bodyPr anchor="ctr"/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</a:defRPr>
            </a:pPr>
            <a:r>
              <a:rPr xmlns:mc="http://schemas.openxmlformats.org/markup-compatibility/2006" xmlns:hp="http://schemas.haansoft.com/office/presentation/8.0" kumimoji="0" lang="ko-KR" altLang="en-US" sz="12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아이디</a:t>
            </a:r>
            <a:r>
              <a:rPr xmlns:mc="http://schemas.openxmlformats.org/markup-compatibility/2006" xmlns:hp="http://schemas.haansoft.com/office/presentation/8.0" kumimoji="0" lang="en-US" altLang="ko-KR" sz="12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	</a:t>
            </a:r>
            <a:r>
              <a:rPr xmlns:mc="http://schemas.openxmlformats.org/markup-compatibility/2006" xmlns:hp="http://schemas.haansoft.com/office/presentation/8.0" kumimoji="0" lang="ko-KR" altLang="en-US" sz="12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아무개		</a:t>
            </a:r>
            <a:endParaRPr xmlns:mc="http://schemas.openxmlformats.org/markup-compatibility/2006" xmlns:hp="http://schemas.haansoft.com/office/presentation/8.0" kumimoji="0" lang="ko-KR" altLang="en-US" sz="12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</a:defRPr>
            </a:pPr>
            <a:endParaRPr xmlns:mc="http://schemas.openxmlformats.org/markup-compatibility/2006" xmlns:hp="http://schemas.haansoft.com/office/presentation/8.0" kumimoji="0" lang="ko-KR" altLang="en-US" sz="12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</a:defRPr>
            </a:pPr>
            <a:endParaRPr xmlns:mc="http://schemas.openxmlformats.org/markup-compatibility/2006" xmlns:hp="http://schemas.haansoft.com/office/presentation/8.0" kumimoji="0" lang="ko-KR" altLang="en-US" sz="12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</a:defRPr>
            </a:pPr>
            <a:r>
              <a:rPr xmlns:mc="http://schemas.openxmlformats.org/markup-compatibility/2006" xmlns:hp="http://schemas.haansoft.com/office/presentation/8.0" kumimoji="0" lang="ko-KR" altLang="en-US" sz="12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이름		김별별</a:t>
            </a:r>
            <a:endParaRPr xmlns:mc="http://schemas.openxmlformats.org/markup-compatibility/2006" xmlns:hp="http://schemas.haansoft.com/office/presentation/8.0" kumimoji="0" lang="ko-KR" altLang="en-US" sz="12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</a:defRPr>
            </a:pPr>
            <a:endParaRPr xmlns:mc="http://schemas.openxmlformats.org/markup-compatibility/2006" xmlns:hp="http://schemas.haansoft.com/office/presentation/8.0" kumimoji="0" lang="ko-KR" altLang="en-US" sz="12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</a:defRPr>
            </a:pPr>
            <a:endParaRPr xmlns:mc="http://schemas.openxmlformats.org/markup-compatibility/2006" xmlns:hp="http://schemas.haansoft.com/office/presentation/8.0" kumimoji="0" lang="ko-KR" altLang="en-US" sz="12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</a:defRPr>
            </a:pPr>
            <a:r>
              <a:rPr xmlns:mc="http://schemas.openxmlformats.org/markup-compatibility/2006" xmlns:hp="http://schemas.haansoft.com/office/presentation/8.0" kumimoji="0" lang="ko-KR" altLang="en-US" sz="12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E-mail		</a:t>
            </a:r>
            <a:r>
              <a:rPr xmlns:mc="http://schemas.openxmlformats.org/markup-compatibility/2006" xmlns:hp="http://schemas.haansoft.com/office/presentation/8.0" kumimoji="0" lang="en-US" altLang="ko-KR" sz="12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kstar2@email.co.kr</a:t>
            </a:r>
            <a:endParaRPr xmlns:mc="http://schemas.openxmlformats.org/markup-compatibility/2006" xmlns:hp="http://schemas.haansoft.com/office/presentation/8.0" kumimoji="0" lang="en-US" altLang="ko-KR" sz="12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</a:defRPr>
            </a:pPr>
            <a:endParaRPr xmlns:mc="http://schemas.openxmlformats.org/markup-compatibility/2006" xmlns:hp="http://schemas.haansoft.com/office/presentation/8.0" kumimoji="0" lang="ko-KR" altLang="en-US" sz="12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</a:defRPr>
            </a:pPr>
            <a:endParaRPr xmlns:mc="http://schemas.openxmlformats.org/markup-compatibility/2006" xmlns:hp="http://schemas.haansoft.com/office/presentation/8.0" kumimoji="0" lang="ko-KR" altLang="en-US" sz="12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</a:defRPr>
            </a:pPr>
            <a:r>
              <a:rPr xmlns:mc="http://schemas.openxmlformats.org/markup-compatibility/2006" xmlns:hp="http://schemas.haansoft.com/office/presentation/8.0" kumimoji="0" lang="ko-KR" altLang="en-US" sz="12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전화</a:t>
            </a:r>
            <a:r>
              <a:rPr xmlns:mc="http://schemas.openxmlformats.org/markup-compatibility/2006" xmlns:hp="http://schemas.haansoft.com/office/presentation/8.0" kumimoji="0" lang="en-US" altLang="ko-KR" sz="12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		000-0000-0000</a:t>
            </a:r>
            <a:endParaRPr xmlns:mc="http://schemas.openxmlformats.org/markup-compatibility/2006" xmlns:hp="http://schemas.haansoft.com/office/presentation/8.0" kumimoji="0" lang="en-US" altLang="ko-KR" sz="12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</a:defRPr>
            </a:pPr>
            <a:endParaRPr xmlns:mc="http://schemas.openxmlformats.org/markup-compatibility/2006" xmlns:hp="http://schemas.haansoft.com/office/presentation/8.0" kumimoji="0" lang="ko-KR" altLang="en-US" sz="12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</a:defRPr>
            </a:pPr>
            <a:endParaRPr xmlns:mc="http://schemas.openxmlformats.org/markup-compatibility/2006" xmlns:hp="http://schemas.haansoft.com/office/presentation/8.0" kumimoji="0" lang="ko-KR" altLang="en-US" sz="12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</a:defRPr>
            </a:pPr>
            <a:r>
              <a:rPr xmlns:mc="http://schemas.openxmlformats.org/markup-compatibility/2006" xmlns:hp="http://schemas.haansoft.com/office/presentation/8.0" kumimoji="0" lang="ko-KR" altLang="en-US" sz="12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주소</a:t>
            </a:r>
            <a:r>
              <a:rPr xmlns:mc="http://schemas.openxmlformats.org/markup-compatibility/2006" xmlns:hp="http://schemas.haansoft.com/office/presentation/8.0" kumimoji="0" lang="en-US" altLang="ko-KR" sz="10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		</a:t>
            </a:r>
            <a:r>
              <a:rPr xmlns:mc="http://schemas.openxmlformats.org/markup-compatibility/2006" xmlns:hp="http://schemas.haansoft.com/office/presentation/8.0" kumimoji="0" lang="ko-KR" altLang="en-US" sz="10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인천광역시 </a:t>
            </a:r>
            <a:r>
              <a:rPr xmlns:mc="http://schemas.openxmlformats.org/markup-compatibility/2006" xmlns:hp="http://schemas.haansoft.com/office/presentation/8.0" kumimoji="0" lang="en-US" altLang="ko-KR" sz="10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00</a:t>
            </a:r>
            <a:r>
              <a:rPr xmlns:mc="http://schemas.openxmlformats.org/markup-compatibility/2006" xmlns:hp="http://schemas.haansoft.com/office/presentation/8.0" kumimoji="0" lang="ko-KR" altLang="en-US" sz="10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구 </a:t>
            </a:r>
            <a:r>
              <a:rPr xmlns:mc="http://schemas.openxmlformats.org/markup-compatibility/2006" xmlns:hp="http://schemas.haansoft.com/office/presentation/8.0" kumimoji="0" lang="en-US" altLang="ko-KR" sz="10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00</a:t>
            </a:r>
            <a:r>
              <a:rPr xmlns:mc="http://schemas.openxmlformats.org/markup-compatibility/2006" xmlns:hp="http://schemas.haansoft.com/office/presentation/8.0" kumimoji="0" lang="ko-KR" altLang="en-US" sz="10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동 </a:t>
            </a:r>
            <a:r>
              <a:rPr xmlns:mc="http://schemas.openxmlformats.org/markup-compatibility/2006" xmlns:hp="http://schemas.haansoft.com/office/presentation/8.0" kumimoji="0" lang="en-US" altLang="ko-KR" sz="10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00</a:t>
            </a:r>
            <a:r>
              <a:rPr xmlns:mc="http://schemas.openxmlformats.org/markup-compatibility/2006" xmlns:hp="http://schemas.haansoft.com/office/presentation/8.0" kumimoji="0" lang="ko-KR" altLang="en-US" sz="10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아파트 </a:t>
            </a:r>
            <a:r>
              <a:rPr xmlns:mc="http://schemas.openxmlformats.org/markup-compatibility/2006" xmlns:hp="http://schemas.haansoft.com/office/presentation/8.0" kumimoji="0" lang="en-US" altLang="ko-KR" sz="10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000</a:t>
            </a:r>
            <a:r>
              <a:rPr xmlns:mc="http://schemas.openxmlformats.org/markup-compatibility/2006" xmlns:hp="http://schemas.haansoft.com/office/presentation/8.0" kumimoji="0" lang="ko-KR" altLang="en-US" sz="10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동 </a:t>
            </a:r>
            <a:r>
              <a:rPr xmlns:mc="http://schemas.openxmlformats.org/markup-compatibility/2006" xmlns:hp="http://schemas.haansoft.com/office/presentation/8.0" kumimoji="0" lang="en-US" altLang="ko-KR" sz="10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000</a:t>
            </a:r>
            <a:r>
              <a:rPr xmlns:mc="http://schemas.openxmlformats.org/markup-compatibility/2006" xmlns:hp="http://schemas.haansoft.com/office/presentation/8.0" kumimoji="0" lang="ko-KR" altLang="en-US" sz="10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호</a:t>
            </a:r>
            <a:endParaRPr xmlns:mc="http://schemas.openxmlformats.org/markup-compatibility/2006" xmlns:hp="http://schemas.haansoft.com/office/presentation/8.0" kumimoji="0" lang="ko-KR" altLang="en-US" sz="10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30" name="Rounded Rectangle 4"/>
          <p:cNvSpPr/>
          <p:nvPr/>
        </p:nvSpPr>
        <p:spPr>
          <a:xfrm>
            <a:off x="4951476" y="5192612"/>
            <a:ext cx="2286000" cy="457200"/>
          </a:xfrm>
          <a:prstGeom prst="roundRect">
            <a:avLst>
              <a:gd name="adj" fmla="val 16667"/>
            </a:avLst>
          </a:prstGeom>
          <a:solidFill>
            <a:srgbClr val="87cefa">
              <a:alpha val="100000"/>
            </a:srgbClr>
          </a:solidFill>
          <a:ln w="9525" cap="flat" cmpd="sng" algn="ctr">
            <a:solidFill>
              <a:srgbClr val="4a7ebb">
                <a:alpha val="100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4510"/>
              </a:srgbClr>
            </a:outerShdw>
          </a:effectLst>
        </p:spPr>
        <p:txBody>
          <a:bodyPr anchor="ctr"/>
          <a:p>
            <a:pPr marL="0" indent="0" algn="ctr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 sz="1400" b="1"/>
            </a:pPr>
            <a:r>
              <a:rPr xmlns:mc="http://schemas.openxmlformats.org/markup-compatibility/2006" xmlns:hp="http://schemas.haansoft.com/office/presentation/8.0" kumimoji="0" lang="ko-KR" altLang="en-US" sz="1400" b="1" i="0" u="none" strike="noStrike" kern="1200" cap="none" spc="0" normalizeH="0" baseline="0" mc:Ignorable="hp" hp:hslEmbossed="0">
                <a:solidFill>
                  <a:schemeClr val="tx1"/>
                </a:solidFill>
                <a:latin typeface="Calibri"/>
                <a:ea typeface="맑은 고딕"/>
                <a:cs typeface="맑은 고딕"/>
              </a:rPr>
              <a:t>회원정보 수정</a:t>
            </a:r>
            <a:endParaRPr xmlns:mc="http://schemas.openxmlformats.org/markup-compatibility/2006" xmlns:hp="http://schemas.haansoft.com/office/presentation/8.0" kumimoji="0" lang="ko-KR" altLang="en-US" sz="1400" b="1" i="0" u="none" strike="noStrike" kern="1200" cap="none" spc="0" normalizeH="0" baseline="0" mc:Ignorable="hp" hp:hslEmbossed="0">
              <a:solidFill>
                <a:schemeClr val="tx1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32" name=""/>
          <p:cNvSpPr/>
          <p:nvPr/>
        </p:nvSpPr>
        <p:spPr>
          <a:xfrm>
            <a:off x="10276514" y="5976742"/>
            <a:ext cx="1912437" cy="881258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</p:spPr>
        <p:txBody>
          <a:bodyPr/>
          <a:p>
            <a:pPr marL="0" indent="0" algn="ctr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마이페이지</a:t>
            </a:r>
            <a:endPara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  <a:p>
            <a:pPr marL="0" lvl="0" indent="0" algn="ctr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회원정보</a:t>
            </a:r>
            <a:endPara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275915717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7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014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sz="2400" b="1">
                <a:solidFill>
                  <a:srgbClr val="000000"/>
                </a:solidFill>
              </a:rPr>
              <a:t>00COM</a:t>
            </a:r>
            <a:endParaRPr sz="2400" b="1">
              <a:solidFill>
                <a:srgbClr val="000000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857999" y="182880"/>
            <a:ext cx="5053966" cy="30099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sz="1400" b="0">
                <a:solidFill>
                  <a:srgbClr val="000000"/>
                </a:solidFill>
              </a:rPr>
              <a:t>로그인   |   회원가입   |   장바구니   |   마이페이지   |   고객센터</a:t>
            </a:r>
            <a:endParaRPr sz="1400" b="0">
              <a:solidFill>
                <a:srgbClr val="000000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74319" y="1097280"/>
            <a:ext cx="1236346" cy="33909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ko-KR" altLang="en-US" sz="1600" b="1">
                <a:solidFill>
                  <a:srgbClr val="000000"/>
                </a:solidFill>
              </a:rPr>
              <a:t>마이페이지</a:t>
            </a:r>
            <a:endParaRPr lang="ko-KR" altLang="en-US" sz="1600" b="1">
              <a:solidFill>
                <a:srgbClr val="000000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929640" cy="2971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ko-KR" altLang="en-US" sz="1400" b="1">
                <a:solidFill>
                  <a:srgbClr val="000000"/>
                </a:solidFill>
              </a:rPr>
              <a:t>회원정보</a:t>
            </a:r>
            <a:endParaRPr lang="ko-KR" altLang="en-US" sz="1400" b="1">
              <a:solidFill>
                <a:srgbClr val="000000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57200" y="1920240"/>
            <a:ext cx="996315" cy="2971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ko-KR" altLang="en-US" sz="1400" b="0">
                <a:solidFill>
                  <a:srgbClr val="000000"/>
                </a:solidFill>
              </a:rPr>
              <a:t>주문</a:t>
            </a:r>
            <a:r>
              <a:rPr lang="en-US" altLang="ko-KR" sz="1400" b="0">
                <a:solidFill>
                  <a:srgbClr val="000000"/>
                </a:solidFill>
              </a:rPr>
              <a:t>/</a:t>
            </a:r>
            <a:r>
              <a:rPr lang="ko-KR" altLang="en-US" sz="1400" b="0">
                <a:solidFill>
                  <a:srgbClr val="000000"/>
                </a:solidFill>
              </a:rPr>
              <a:t>배송</a:t>
            </a:r>
            <a:endParaRPr lang="ko-KR" altLang="en-US" sz="1400" b="0">
              <a:solidFill>
                <a:srgbClr val="000000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57200" y="2377440"/>
            <a:ext cx="1082040" cy="2971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1400" b="0">
                <a:solidFill>
                  <a:srgbClr val="000000"/>
                </a:solidFill>
              </a:rPr>
              <a:t>A/S</a:t>
            </a:r>
            <a:r>
              <a:rPr lang="ko-KR" altLang="en-US" sz="1400" b="0">
                <a:solidFill>
                  <a:srgbClr val="000000"/>
                </a:solidFill>
              </a:rPr>
              <a:t> 및 문의</a:t>
            </a:r>
            <a:endParaRPr lang="ko-KR" altLang="en-US" sz="1400" b="0">
              <a:solidFill>
                <a:srgbClr val="000000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74320" y="5760720"/>
            <a:ext cx="998220" cy="39052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sz="2000" b="1">
                <a:solidFill>
                  <a:srgbClr val="000000"/>
                </a:solidFill>
              </a:rPr>
              <a:t>00COM</a:t>
            </a:r>
            <a:endParaRPr sz="2000" b="1">
              <a:solidFill>
                <a:srgbClr val="000000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828800" y="5760720"/>
            <a:ext cx="4368165" cy="69532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sz="1000" b="0">
                <a:solidFill>
                  <a:srgbClr val="000000"/>
                </a:solidFill>
              </a:rPr>
              <a:t>대표 : 000  |  대표전화 : 0000-0000  |  사업자번호 : 00000000</a:t>
            </a:r>
            <a:endParaRPr sz="1000" b="0">
              <a:solidFill>
                <a:srgbClr val="000000"/>
              </a:solidFill>
            </a:endParaRPr>
          </a:p>
          <a:p>
            <a:pPr lvl="0">
              <a:defRPr/>
            </a:pPr>
            <a:r>
              <a:rPr sz="1000" b="0">
                <a:solidFill>
                  <a:srgbClr val="000000"/>
                </a:solidFill>
              </a:rPr>
              <a:t>주소 : 인천광역시 00구 00동 00 주식회사 00COM  |  FAX : 000-000-0000</a:t>
            </a:r>
            <a:endParaRPr sz="1000" b="0">
              <a:solidFill>
                <a:srgbClr val="000000"/>
              </a:solidFill>
            </a:endParaRPr>
          </a:p>
          <a:p>
            <a:pPr lvl="0">
              <a:defRPr/>
            </a:pPr>
            <a:r>
              <a:rPr sz="1000" b="0">
                <a:solidFill>
                  <a:srgbClr val="000000"/>
                </a:solidFill>
              </a:rPr>
              <a:t>개인정보보호 담당자 : 000  |  이메일 : 000@000.com</a:t>
            </a:r>
            <a:endParaRPr sz="1000" b="0">
              <a:solidFill>
                <a:srgbClr val="000000"/>
              </a:solidFill>
            </a:endParaRPr>
          </a:p>
          <a:p>
            <a:pPr lvl="0">
              <a:defRPr/>
            </a:pPr>
            <a:r>
              <a:rPr sz="1000" b="0">
                <a:solidFill>
                  <a:srgbClr val="000000"/>
                </a:solidFill>
              </a:rPr>
              <a:t>통신판매신고 : 제 0000호  |  개인정보보호배상책임보험 증권번호 00000-00</a:t>
            </a:r>
            <a:endParaRPr sz="1000" b="0">
              <a:solidFill>
                <a:srgbClr val="000000"/>
              </a:solidFill>
            </a:endParaRPr>
          </a:p>
        </p:txBody>
      </p:sp>
      <p:sp>
        <p:nvSpPr>
          <p:cNvPr id="30" name="Rounded Rectangle 4"/>
          <p:cNvSpPr/>
          <p:nvPr/>
        </p:nvSpPr>
        <p:spPr>
          <a:xfrm>
            <a:off x="4951476" y="5192612"/>
            <a:ext cx="2286000" cy="457200"/>
          </a:xfrm>
          <a:prstGeom prst="roundRect">
            <a:avLst>
              <a:gd name="adj" fmla="val 16667"/>
            </a:avLst>
          </a:prstGeom>
          <a:solidFill>
            <a:srgbClr val="87cefa">
              <a:alpha val="100000"/>
            </a:srgbClr>
          </a:solidFill>
          <a:ln w="9525" cap="flat" cmpd="sng" algn="ctr">
            <a:solidFill>
              <a:srgbClr val="4a7ebb">
                <a:alpha val="100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4510"/>
              </a:srgbClr>
            </a:outerShdw>
          </a:effectLst>
        </p:spPr>
        <p:txBody>
          <a:bodyPr anchor="ctr"/>
          <a:p>
            <a:pPr marL="0" indent="0" algn="ctr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 sz="1400" b="1"/>
            </a:pPr>
            <a:r>
              <a:rPr xmlns:mc="http://schemas.openxmlformats.org/markup-compatibility/2006" xmlns:hp="http://schemas.haansoft.com/office/presentation/8.0" kumimoji="0" lang="ko-KR" altLang="en-US" sz="1400" b="1" i="0" u="none" strike="noStrike" kern="1200" cap="none" spc="0" normalizeH="0" baseline="0" mc:Ignorable="hp" hp:hslEmbossed="0">
                <a:solidFill>
                  <a:schemeClr val="tx1"/>
                </a:solidFill>
                <a:latin typeface="Calibri"/>
                <a:ea typeface="맑은 고딕"/>
                <a:cs typeface="맑은 고딕"/>
              </a:rPr>
              <a:t>수정 완료</a:t>
            </a:r>
            <a:endParaRPr xmlns:mc="http://schemas.openxmlformats.org/markup-compatibility/2006" xmlns:hp="http://schemas.haansoft.com/office/presentation/8.0" kumimoji="0" lang="ko-KR" altLang="en-US" sz="1400" b="1" i="0" u="none" strike="noStrike" kern="1200" cap="none" spc="0" normalizeH="0" baseline="0" mc:Ignorable="hp" hp:hslEmbossed="0">
              <a:solidFill>
                <a:schemeClr val="tx1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31" name="Rectangle 6"/>
          <p:cNvSpPr/>
          <p:nvPr/>
        </p:nvSpPr>
        <p:spPr>
          <a:xfrm>
            <a:off x="3271060" y="1259414"/>
            <a:ext cx="4128421" cy="2767104"/>
          </a:xfrm>
          <a:prstGeom prst="rect">
            <a:avLst/>
          </a:prstGeom>
          <a:solidFill>
            <a:srgbClr val="ffffff">
              <a:alpha val="100000"/>
            </a:srgbClr>
          </a:solidFill>
          <a:ln w="9525" cap="flat" cmpd="sng" algn="ctr">
            <a:solidFill>
              <a:srgbClr val="ffffff">
                <a:alpha val="100000"/>
              </a:srgbClr>
            </a:solidFill>
            <a:prstDash val="solid"/>
          </a:ln>
          <a:effectLst/>
        </p:spPr>
        <p:txBody>
          <a:bodyPr anchor="ctr"/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</a:defRPr>
            </a:pPr>
            <a:r>
              <a:rPr xmlns:mc="http://schemas.openxmlformats.org/markup-compatibility/2006" xmlns:hp="http://schemas.haansoft.com/office/presentation/8.0" kumimoji="0" lang="ko-KR" altLang="en-US" sz="12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비밀번호 확인</a:t>
            </a:r>
            <a:endParaRPr xmlns:mc="http://schemas.openxmlformats.org/markup-compatibility/2006" xmlns:hp="http://schemas.haansoft.com/office/presentation/8.0" kumimoji="0" lang="ko-KR" altLang="en-US" sz="12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</a:defRPr>
            </a:pPr>
            <a:endParaRPr xmlns:mc="http://schemas.openxmlformats.org/markup-compatibility/2006" xmlns:hp="http://schemas.haansoft.com/office/presentation/8.0" kumimoji="0" lang="ko-KR" altLang="en-US" sz="12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</a:defRPr>
            </a:pPr>
            <a:r>
              <a:rPr xmlns:mc="http://schemas.openxmlformats.org/markup-compatibility/2006" xmlns:hp="http://schemas.haansoft.com/office/presentation/8.0" kumimoji="0" lang="ko-KR" altLang="en-US" sz="12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변경할 비밀번호</a:t>
            </a:r>
            <a:endParaRPr xmlns:mc="http://schemas.openxmlformats.org/markup-compatibility/2006" xmlns:hp="http://schemas.haansoft.com/office/presentation/8.0" kumimoji="0" lang="ko-KR" altLang="en-US" sz="12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</a:defRPr>
            </a:pPr>
            <a:endParaRPr xmlns:mc="http://schemas.openxmlformats.org/markup-compatibility/2006" xmlns:hp="http://schemas.haansoft.com/office/presentation/8.0" kumimoji="0" lang="ko-KR" altLang="en-US" sz="12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</a:defRPr>
            </a:pPr>
            <a:r>
              <a:rPr xmlns:mc="http://schemas.openxmlformats.org/markup-compatibility/2006" xmlns:hp="http://schemas.haansoft.com/office/presentation/8.0" kumimoji="0" lang="ko-KR" altLang="en-US" sz="12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비밀번호 확인	</a:t>
            </a:r>
            <a:endParaRPr xmlns:mc="http://schemas.openxmlformats.org/markup-compatibility/2006" xmlns:hp="http://schemas.haansoft.com/office/presentation/8.0" kumimoji="0" lang="ko-KR" altLang="en-US" sz="12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</a:defRPr>
            </a:pPr>
            <a:endParaRPr xmlns:mc="http://schemas.openxmlformats.org/markup-compatibility/2006" xmlns:hp="http://schemas.haansoft.com/office/presentation/8.0" kumimoji="0" lang="ko-KR" altLang="en-US" sz="12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</a:defRPr>
            </a:pPr>
            <a:r>
              <a:rPr xmlns:mc="http://schemas.openxmlformats.org/markup-compatibility/2006" xmlns:hp="http://schemas.haansoft.com/office/presentation/8.0" kumimoji="0" lang="ko-KR" altLang="en-US" sz="12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이름</a:t>
            </a:r>
            <a:endParaRPr xmlns:mc="http://schemas.openxmlformats.org/markup-compatibility/2006" xmlns:hp="http://schemas.haansoft.com/office/presentation/8.0" kumimoji="0" lang="ko-KR" altLang="en-US" sz="12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</a:defRPr>
            </a:pPr>
            <a:endParaRPr xmlns:mc="http://schemas.openxmlformats.org/markup-compatibility/2006" xmlns:hp="http://schemas.haansoft.com/office/presentation/8.0" kumimoji="0" lang="ko-KR" altLang="en-US" sz="12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</a:defRPr>
            </a:pPr>
            <a:r>
              <a:rPr xmlns:mc="http://schemas.openxmlformats.org/markup-compatibility/2006" xmlns:hp="http://schemas.haansoft.com/office/presentation/8.0" kumimoji="0" lang="ko-KR" altLang="en-US" sz="12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E-mail</a:t>
            </a:r>
            <a:endParaRPr xmlns:mc="http://schemas.openxmlformats.org/markup-compatibility/2006" xmlns:hp="http://schemas.haansoft.com/office/presentation/8.0" kumimoji="0" lang="ko-KR" altLang="en-US" sz="12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</a:defRPr>
            </a:pPr>
            <a:endParaRPr xmlns:mc="http://schemas.openxmlformats.org/markup-compatibility/2006" xmlns:hp="http://schemas.haansoft.com/office/presentation/8.0" kumimoji="0" lang="ko-KR" altLang="en-US" sz="12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</a:defRPr>
            </a:pPr>
            <a:r>
              <a:rPr xmlns:mc="http://schemas.openxmlformats.org/markup-compatibility/2006" xmlns:hp="http://schemas.haansoft.com/office/presentation/8.0" kumimoji="0" lang="ko-KR" altLang="en-US" sz="12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전화</a:t>
            </a:r>
            <a:endParaRPr xmlns:mc="http://schemas.openxmlformats.org/markup-compatibility/2006" xmlns:hp="http://schemas.haansoft.com/office/presentation/8.0" kumimoji="0" lang="ko-KR" altLang="en-US" sz="12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</a:defRPr>
            </a:pPr>
            <a:endParaRPr xmlns:mc="http://schemas.openxmlformats.org/markup-compatibility/2006" xmlns:hp="http://schemas.haansoft.com/office/presentation/8.0" kumimoji="0" lang="ko-KR" altLang="en-US" sz="12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</a:defRPr>
            </a:pPr>
            <a:r>
              <a:rPr xmlns:mc="http://schemas.openxmlformats.org/markup-compatibility/2006" xmlns:hp="http://schemas.haansoft.com/office/presentation/8.0" kumimoji="0" lang="ko-KR" altLang="en-US" sz="12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주소</a:t>
            </a:r>
            <a:endParaRPr xmlns:mc="http://schemas.openxmlformats.org/markup-compatibility/2006" xmlns:hp="http://schemas.haansoft.com/office/presentation/8.0" kumimoji="0" lang="ko-KR" altLang="en-US" sz="10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33" name=""/>
          <p:cNvSpPr/>
          <p:nvPr/>
        </p:nvSpPr>
        <p:spPr>
          <a:xfrm>
            <a:off x="4788377" y="1428959"/>
            <a:ext cx="1609480" cy="182671"/>
          </a:xfrm>
          <a:prstGeom prst="rect">
            <a:avLst/>
          </a:prstGeom>
          <a:solidFill>
            <a:srgbClr val="dcdcdc">
              <a:alpha val="100000"/>
            </a:srgbClr>
          </a:solidFill>
          <a:ln w="9525" cap="flat" cmpd="sng" algn="ctr">
            <a:solidFill>
              <a:srgbClr val="000000">
                <a:alpha val="100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/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xmlns:mc="http://schemas.openxmlformats.org/markup-compatibility/2006" xmlns:hp="http://schemas.haansoft.com/office/presentation/8.0" kumimoji="0" sz="1800" b="0" i="0" u="none" strike="noStrike" kern="1200" cap="none" spc="0" normalizeH="0" baseline="0" mc:Ignorable="hp" hp:hslEmbossed="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34" name=""/>
          <p:cNvSpPr/>
          <p:nvPr/>
        </p:nvSpPr>
        <p:spPr>
          <a:xfrm>
            <a:off x="4788377" y="1821493"/>
            <a:ext cx="1609480" cy="182671"/>
          </a:xfrm>
          <a:prstGeom prst="rect">
            <a:avLst/>
          </a:prstGeom>
          <a:solidFill>
            <a:srgbClr val="dcdcdc">
              <a:alpha val="100000"/>
            </a:srgbClr>
          </a:solidFill>
          <a:ln w="9525" cap="flat" cmpd="sng" algn="ctr">
            <a:solidFill>
              <a:srgbClr val="000000">
                <a:alpha val="100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/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xmlns:mc="http://schemas.openxmlformats.org/markup-compatibility/2006" xmlns:hp="http://schemas.haansoft.com/office/presentation/8.0" kumimoji="0" sz="1800" b="0" i="0" u="none" strike="noStrike" kern="1200" cap="none" spc="0" normalizeH="0" baseline="0" mc:Ignorable="hp" hp:hslEmbossed="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35" name=""/>
          <p:cNvSpPr/>
          <p:nvPr/>
        </p:nvSpPr>
        <p:spPr>
          <a:xfrm>
            <a:off x="4788377" y="3238918"/>
            <a:ext cx="1609480" cy="182671"/>
          </a:xfrm>
          <a:prstGeom prst="rect">
            <a:avLst/>
          </a:prstGeom>
          <a:solidFill>
            <a:srgbClr val="dcdcdc">
              <a:alpha val="100000"/>
            </a:srgbClr>
          </a:solidFill>
          <a:ln w="9525" cap="flat" cmpd="sng" algn="ctr">
            <a:solidFill>
              <a:srgbClr val="000000">
                <a:alpha val="100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/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xmlns:mc="http://schemas.openxmlformats.org/markup-compatibility/2006" xmlns:hp="http://schemas.haansoft.com/office/presentation/8.0" kumimoji="0" sz="1800" b="0" i="0" u="none" strike="noStrike" kern="1200" cap="none" spc="0" normalizeH="0" baseline="0" mc:Ignorable="hp" hp:hslEmbossed="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36" name=""/>
          <p:cNvSpPr/>
          <p:nvPr/>
        </p:nvSpPr>
        <p:spPr>
          <a:xfrm>
            <a:off x="4788377" y="2187358"/>
            <a:ext cx="1609480" cy="182671"/>
          </a:xfrm>
          <a:prstGeom prst="rect">
            <a:avLst/>
          </a:prstGeom>
          <a:solidFill>
            <a:srgbClr val="dcdcdc">
              <a:alpha val="100000"/>
            </a:srgbClr>
          </a:solidFill>
          <a:ln w="9525" cap="flat" cmpd="sng" algn="ctr">
            <a:solidFill>
              <a:srgbClr val="000000">
                <a:alpha val="100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/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xmlns:mc="http://schemas.openxmlformats.org/markup-compatibility/2006" xmlns:hp="http://schemas.haansoft.com/office/presentation/8.0" kumimoji="0" sz="1800" b="0" i="0" u="none" strike="noStrike" kern="1200" cap="none" spc="0" normalizeH="0" baseline="0" mc:Ignorable="hp" hp:hslEmbossed="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37" name=""/>
          <p:cNvSpPr/>
          <p:nvPr/>
        </p:nvSpPr>
        <p:spPr>
          <a:xfrm>
            <a:off x="4788377" y="2518619"/>
            <a:ext cx="1609480" cy="182671"/>
          </a:xfrm>
          <a:prstGeom prst="rect">
            <a:avLst/>
          </a:prstGeom>
          <a:solidFill>
            <a:srgbClr val="ffffff">
              <a:alpha val="100000"/>
            </a:srgbClr>
          </a:solidFill>
          <a:ln w="9525" cap="flat" cmpd="sng" algn="ctr">
            <a:solidFill>
              <a:srgbClr val="000000">
                <a:alpha val="100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/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000" b="0" i="0" u="none" strike="noStrike" kern="1200" cap="none" spc="0" normalizeH="0" baseline="0" mc:Ignorable="hp" hp:hslEmbossed="0">
                <a:solidFill>
                  <a:schemeClr val="dk1"/>
                </a:solidFill>
                <a:latin typeface="Calibri"/>
                <a:ea typeface="맑은 고딕"/>
                <a:cs typeface="맑은 고딕"/>
              </a:rPr>
              <a:t>아무개</a:t>
            </a:r>
            <a:endParaRPr xmlns:mc="http://schemas.openxmlformats.org/markup-compatibility/2006" xmlns:hp="http://schemas.haansoft.com/office/presentation/8.0" kumimoji="0" lang="ko-KR" altLang="en-US" sz="1000" b="0" i="0" u="none" strike="noStrike" kern="1200" cap="none" spc="0" normalizeH="0" baseline="0" mc:Ignorable="hp" hp:hslEmbossed="0">
              <a:solidFill>
                <a:schemeClr val="dk1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38" name=""/>
          <p:cNvSpPr/>
          <p:nvPr/>
        </p:nvSpPr>
        <p:spPr>
          <a:xfrm>
            <a:off x="4788377" y="2873575"/>
            <a:ext cx="1609480" cy="182671"/>
          </a:xfrm>
          <a:prstGeom prst="rect">
            <a:avLst/>
          </a:prstGeom>
          <a:solidFill>
            <a:srgbClr val="dcdcdc">
              <a:alpha val="100000"/>
            </a:srgbClr>
          </a:solidFill>
          <a:ln w="9525" cap="flat" cmpd="sng" algn="ctr">
            <a:solidFill>
              <a:srgbClr val="000000">
                <a:alpha val="100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/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xmlns:mc="http://schemas.openxmlformats.org/markup-compatibility/2006" xmlns:hp="http://schemas.haansoft.com/office/presentation/8.0" kumimoji="0" sz="1800" b="0" i="0" u="none" strike="noStrike" kern="1200" cap="none" spc="0" normalizeH="0" baseline="0" mc:Ignorable="hp" hp:hslEmbossed="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39" name=""/>
          <p:cNvSpPr/>
          <p:nvPr/>
        </p:nvSpPr>
        <p:spPr>
          <a:xfrm>
            <a:off x="4788377" y="3613133"/>
            <a:ext cx="3575440" cy="182671"/>
          </a:xfrm>
          <a:prstGeom prst="rect">
            <a:avLst/>
          </a:prstGeom>
          <a:solidFill>
            <a:srgbClr val="dcdcdc">
              <a:alpha val="100000"/>
            </a:srgbClr>
          </a:solidFill>
          <a:ln w="9525" cap="flat" cmpd="sng" algn="ctr">
            <a:solidFill>
              <a:srgbClr val="000000">
                <a:alpha val="100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4510"/>
              </a:srgbClr>
            </a:outerShdw>
          </a:effectLst>
        </p:spPr>
        <p:txBody>
          <a:bodyPr/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xmlns:mc="http://schemas.openxmlformats.org/markup-compatibility/2006" xmlns:hp="http://schemas.haansoft.com/office/presentation/8.0" kumimoji="0" sz="1800" b="0" i="0" u="none" strike="noStrike" kern="1200" cap="none" spc="0" normalizeH="0" baseline="0" mc:Ignorable="hp" hp:hslEmbossed="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40" name=""/>
          <p:cNvSpPr/>
          <p:nvPr/>
        </p:nvSpPr>
        <p:spPr>
          <a:xfrm>
            <a:off x="3271060" y="904222"/>
            <a:ext cx="3126797" cy="43710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r>
              <a:rPr lang="ko-KR" altLang="en-US">
                <a:solidFill>
                  <a:schemeClr val="dk1"/>
                </a:solidFill>
              </a:rPr>
              <a:t>회원정보 수정</a:t>
            </a:r>
            <a:endParaRPr lang="ko-KR" altLang="en-US">
              <a:solidFill>
                <a:schemeClr val="dk1"/>
              </a:solidFill>
            </a:endParaRPr>
          </a:p>
        </p:txBody>
      </p:sp>
      <p:sp>
        <p:nvSpPr>
          <p:cNvPr id="41" name=""/>
          <p:cNvSpPr/>
          <p:nvPr/>
        </p:nvSpPr>
        <p:spPr>
          <a:xfrm>
            <a:off x="10276514" y="5976742"/>
            <a:ext cx="1912437" cy="881258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</p:spPr>
        <p:txBody>
          <a:bodyPr/>
          <a:p>
            <a:pPr marL="0" indent="0" algn="ctr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마이페이지</a:t>
            </a:r>
            <a:endPara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  <a:p>
            <a:pPr marL="0" lvl="0" indent="0" algn="ctr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회원정보</a:t>
            </a:r>
            <a:endPara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  <a:p>
            <a:pPr marL="0" lvl="0" indent="0" algn="ctr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수정</a:t>
            </a:r>
            <a:endPara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42" name="Rectangle 6"/>
          <p:cNvSpPr/>
          <p:nvPr/>
        </p:nvSpPr>
        <p:spPr>
          <a:xfrm>
            <a:off x="6499897" y="2312670"/>
            <a:ext cx="2314756" cy="587235"/>
          </a:xfrm>
          <a:prstGeom prst="rect">
            <a:avLst/>
          </a:prstGeom>
          <a:noFill/>
          <a:ln w="9525" cap="flat" cmpd="sng" algn="ctr">
            <a:solidFill>
              <a:srgbClr val="ffffff">
                <a:alpha val="100000"/>
              </a:srgbClr>
            </a:solidFill>
            <a:prstDash val="solid"/>
          </a:ln>
          <a:effectLst/>
        </p:spPr>
        <p:txBody>
          <a:bodyPr anchor="ctr"/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</a:defRPr>
            </a:pPr>
            <a:r>
              <a:rPr xmlns:mc="http://schemas.openxmlformats.org/markup-compatibility/2006" xmlns:hp="http://schemas.haansoft.com/office/presentation/8.0" kumimoji="0" lang="en-US" altLang="ko-KR" sz="10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//</a:t>
            </a:r>
            <a:r>
              <a:rPr xmlns:mc="http://schemas.openxmlformats.org/markup-compatibility/2006" xmlns:hp="http://schemas.haansoft.com/office/presentation/8.0" kumimoji="0" lang="ko-KR" altLang="en-US" sz="10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수정시 박스가 하얀색으로 바뀜</a:t>
            </a:r>
            <a:endParaRPr xmlns:mc="http://schemas.openxmlformats.org/markup-compatibility/2006" xmlns:hp="http://schemas.haansoft.com/office/presentation/8.0" kumimoji="0" lang="ko-KR" altLang="en-US" sz="10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93260235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8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014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sz="2400" b="1">
                <a:solidFill>
                  <a:srgbClr val="000000"/>
                </a:solidFill>
              </a:rPr>
              <a:t>00COM</a:t>
            </a:r>
            <a:endParaRPr sz="2400" b="1">
              <a:solidFill>
                <a:srgbClr val="000000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857999" y="182880"/>
            <a:ext cx="5053966" cy="30099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sz="1400" b="0">
                <a:solidFill>
                  <a:srgbClr val="000000"/>
                </a:solidFill>
              </a:rPr>
              <a:t>로그인   |   회원가입   |   장바구니   |   마이페이지   |   고객센터</a:t>
            </a:r>
            <a:endParaRPr sz="1400" b="0">
              <a:solidFill>
                <a:srgbClr val="000000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74319" y="1097280"/>
            <a:ext cx="1236346" cy="33909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ko-KR" altLang="en-US" sz="1600" b="1">
                <a:solidFill>
                  <a:srgbClr val="000000"/>
                </a:solidFill>
              </a:rPr>
              <a:t>마이페이지</a:t>
            </a:r>
            <a:endParaRPr lang="ko-KR" altLang="en-US" sz="1600" b="1">
              <a:solidFill>
                <a:srgbClr val="000000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929640" cy="2971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ko-KR" altLang="en-US" sz="1400" b="0">
                <a:solidFill>
                  <a:srgbClr val="000000"/>
                </a:solidFill>
              </a:rPr>
              <a:t>회원정보</a:t>
            </a:r>
            <a:endParaRPr lang="ko-KR" altLang="en-US" sz="1400" b="0">
              <a:solidFill>
                <a:srgbClr val="000000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57200" y="1920240"/>
            <a:ext cx="1005840" cy="2971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ko-KR" altLang="en-US" sz="1400" b="1">
                <a:solidFill>
                  <a:srgbClr val="000000"/>
                </a:solidFill>
              </a:rPr>
              <a:t>주문</a:t>
            </a:r>
            <a:r>
              <a:rPr lang="en-US" altLang="ko-KR" sz="1400" b="1">
                <a:solidFill>
                  <a:srgbClr val="000000"/>
                </a:solidFill>
              </a:rPr>
              <a:t>/</a:t>
            </a:r>
            <a:r>
              <a:rPr lang="ko-KR" altLang="en-US" sz="1400" b="1">
                <a:solidFill>
                  <a:srgbClr val="000000"/>
                </a:solidFill>
              </a:rPr>
              <a:t>배송</a:t>
            </a:r>
            <a:endParaRPr lang="ko-KR" altLang="en-US" sz="1400" b="1">
              <a:solidFill>
                <a:srgbClr val="000000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57200" y="2377440"/>
            <a:ext cx="1082040" cy="2971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1400" b="0">
                <a:solidFill>
                  <a:srgbClr val="000000"/>
                </a:solidFill>
              </a:rPr>
              <a:t>A/S</a:t>
            </a:r>
            <a:r>
              <a:rPr lang="ko-KR" altLang="en-US" sz="1400" b="0">
                <a:solidFill>
                  <a:srgbClr val="000000"/>
                </a:solidFill>
              </a:rPr>
              <a:t> 및 문의</a:t>
            </a:r>
            <a:endParaRPr lang="ko-KR" altLang="en-US" sz="1400" b="0">
              <a:solidFill>
                <a:srgbClr val="000000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74320" y="5760720"/>
            <a:ext cx="998220" cy="39052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sz="2000" b="1">
                <a:solidFill>
                  <a:srgbClr val="000000"/>
                </a:solidFill>
              </a:rPr>
              <a:t>00COM</a:t>
            </a:r>
            <a:endParaRPr sz="2000" b="1">
              <a:solidFill>
                <a:srgbClr val="000000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828800" y="5760720"/>
            <a:ext cx="4368165" cy="69532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sz="1000" b="0">
                <a:solidFill>
                  <a:srgbClr val="000000"/>
                </a:solidFill>
              </a:rPr>
              <a:t>대표 : 000  |  대표전화 : 0000-0000  |  사업자번호 : 00000000</a:t>
            </a:r>
            <a:endParaRPr sz="1000" b="0">
              <a:solidFill>
                <a:srgbClr val="000000"/>
              </a:solidFill>
            </a:endParaRPr>
          </a:p>
          <a:p>
            <a:pPr lvl="0">
              <a:defRPr/>
            </a:pPr>
            <a:r>
              <a:rPr sz="1000" b="0">
                <a:solidFill>
                  <a:srgbClr val="000000"/>
                </a:solidFill>
              </a:rPr>
              <a:t>주소 : 인천광역시 00구 00동 00 주식회사 00COM  |  FAX : 000-000-0000</a:t>
            </a:r>
            <a:endParaRPr sz="1000" b="0">
              <a:solidFill>
                <a:srgbClr val="000000"/>
              </a:solidFill>
            </a:endParaRPr>
          </a:p>
          <a:p>
            <a:pPr lvl="0">
              <a:defRPr/>
            </a:pPr>
            <a:r>
              <a:rPr sz="1000" b="0">
                <a:solidFill>
                  <a:srgbClr val="000000"/>
                </a:solidFill>
              </a:rPr>
              <a:t>개인정보보호 담당자 : 000  |  이메일 : 000@000.com</a:t>
            </a:r>
            <a:endParaRPr sz="1000" b="0">
              <a:solidFill>
                <a:srgbClr val="000000"/>
              </a:solidFill>
            </a:endParaRPr>
          </a:p>
          <a:p>
            <a:pPr lvl="0">
              <a:defRPr/>
            </a:pPr>
            <a:r>
              <a:rPr sz="1000" b="0">
                <a:solidFill>
                  <a:srgbClr val="000000"/>
                </a:solidFill>
              </a:rPr>
              <a:t>통신판매신고 : 제 0000호  |  개인정보보호배상책임보험 증권번호 00000-00</a:t>
            </a:r>
            <a:endParaRPr sz="1000" b="0">
              <a:solidFill>
                <a:srgbClr val="000000"/>
              </a:solidFill>
            </a:endParaRPr>
          </a:p>
        </p:txBody>
      </p:sp>
      <p:sp>
        <p:nvSpPr>
          <p:cNvPr id="41" name="Rounded Rectangle 4"/>
          <p:cNvSpPr/>
          <p:nvPr/>
        </p:nvSpPr>
        <p:spPr>
          <a:xfrm>
            <a:off x="2763684" y="1107457"/>
            <a:ext cx="8961118" cy="355582"/>
          </a:xfrm>
          <a:prstGeom prst="roundRect">
            <a:avLst>
              <a:gd name="adj" fmla="val 16667"/>
            </a:avLst>
          </a:prstGeom>
          <a:solidFill>
            <a:srgbClr val="dcdcdc">
              <a:alpha val="100000"/>
            </a:srgbClr>
          </a:solidFill>
          <a:ln w="9525" cap="flat" cmpd="sng" algn="ctr">
            <a:solidFill>
              <a:srgbClr val="4a7ebb">
                <a:alpha val="100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4510"/>
              </a:srgbClr>
            </a:outerShdw>
          </a:effectLst>
        </p:spPr>
        <p:txBody>
          <a:bodyPr anchor="ctr"/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 sz="1400" b="1"/>
            </a:pPr>
            <a:r>
              <a:rPr xmlns:mc="http://schemas.openxmlformats.org/markup-compatibility/2006" xmlns:hp="http://schemas.haansoft.com/office/presentation/8.0" kumimoji="0" lang="ko-KR" altLang="en-US" sz="1400" b="1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				   주문									   배송</a:t>
            </a:r>
            <a:endParaRPr xmlns:mc="http://schemas.openxmlformats.org/markup-compatibility/2006" xmlns:hp="http://schemas.haansoft.com/office/presentation/8.0" kumimoji="0" lang="ko-KR" altLang="en-US" sz="1400" b="1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42" name=""/>
          <p:cNvSpPr/>
          <p:nvPr/>
        </p:nvSpPr>
        <p:spPr>
          <a:xfrm>
            <a:off x="3100180" y="1760220"/>
            <a:ext cx="719441" cy="765810"/>
          </a:xfrm>
          <a:prstGeom prst="rect">
            <a:avLst/>
          </a:prstGeom>
          <a:solidFill>
            <a:srgbClr val="dcdcd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pPr algn="ctr">
              <a:defRPr/>
            </a:pPr>
            <a:r>
              <a:rPr lang="ko-KR" altLang="en-US" sz="1000">
                <a:solidFill>
                  <a:schemeClr val="dk1"/>
                </a:solidFill>
              </a:rPr>
              <a:t>상품 이미지</a:t>
            </a:r>
            <a:endParaRPr lang="ko-KR" altLang="en-US" sz="1000">
              <a:solidFill>
                <a:schemeClr val="dk1"/>
              </a:solidFill>
            </a:endParaRPr>
          </a:p>
        </p:txBody>
      </p:sp>
      <p:sp>
        <p:nvSpPr>
          <p:cNvPr id="43" name=""/>
          <p:cNvSpPr/>
          <p:nvPr/>
        </p:nvSpPr>
        <p:spPr>
          <a:xfrm>
            <a:off x="4154010" y="1760220"/>
            <a:ext cx="2957313" cy="76581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r>
              <a:rPr lang="en-US" altLang="ko-KR" sz="1200">
                <a:solidFill>
                  <a:schemeClr val="dk1"/>
                </a:solidFill>
                <a:effectLst/>
              </a:rPr>
              <a:t>[AMD] 5세대 라</a:t>
            </a:r>
            <a:r>
              <a:rPr lang="ko-KR" altLang="en-US" sz="1200">
                <a:solidFill>
                  <a:schemeClr val="dk1"/>
                </a:solidFill>
                <a:effectLst/>
              </a:rPr>
              <a:t>이</a:t>
            </a:r>
            <a:r>
              <a:rPr lang="en-US" altLang="ko-KR" sz="1200">
                <a:solidFill>
                  <a:schemeClr val="dk1"/>
                </a:solidFill>
                <a:effectLst/>
              </a:rPr>
              <a:t>젠7 7800X3D</a:t>
            </a:r>
            <a:endParaRPr lang="en-US" altLang="ko-KR" sz="1200">
              <a:solidFill>
                <a:schemeClr val="dk1"/>
              </a:solidFill>
              <a:effectLst/>
            </a:endParaRPr>
          </a:p>
          <a:p>
            <a:pPr>
              <a:defRPr/>
            </a:pPr>
            <a:endParaRPr lang="en-US" altLang="ko-KR" sz="1200">
              <a:solidFill>
                <a:schemeClr val="dk1"/>
              </a:solidFill>
              <a:effectLst/>
            </a:endParaRPr>
          </a:p>
          <a:p>
            <a:pPr>
              <a:defRPr/>
            </a:pPr>
            <a:r>
              <a:rPr lang="en-US" altLang="ko-KR" sz="1200">
                <a:solidFill>
                  <a:schemeClr val="dk1"/>
                </a:solidFill>
                <a:effectLst/>
              </a:rPr>
              <a:t>2025-01-23</a:t>
            </a:r>
            <a:r>
              <a:rPr lang="ko-KR" altLang="en-US" sz="1200">
                <a:solidFill>
                  <a:schemeClr val="dk1"/>
                </a:solidFill>
                <a:effectLst/>
              </a:rPr>
              <a:t>		</a:t>
            </a:r>
            <a:r>
              <a:rPr lang="en-US" altLang="ko-KR" sz="1200">
                <a:solidFill>
                  <a:schemeClr val="dk1"/>
                </a:solidFill>
                <a:effectLst/>
              </a:rPr>
              <a:t>567,800</a:t>
            </a:r>
            <a:endParaRPr lang="en-US" altLang="ko-KR" sz="1200">
              <a:solidFill>
                <a:schemeClr val="dk1"/>
              </a:solidFill>
              <a:effectLst/>
            </a:endParaRPr>
          </a:p>
        </p:txBody>
      </p:sp>
      <p:sp>
        <p:nvSpPr>
          <p:cNvPr id="44" name=""/>
          <p:cNvSpPr/>
          <p:nvPr/>
        </p:nvSpPr>
        <p:spPr>
          <a:xfrm>
            <a:off x="7901260" y="1760220"/>
            <a:ext cx="3823542" cy="765810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/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xmlns:mc="http://schemas.openxmlformats.org/markup-compatibility/2006" xmlns:hp="http://schemas.haansoft.com/office/presentation/8.0" kumimoji="0" lang="ko-KR" altLang="en-US" sz="1200" b="0" i="0" u="none" strike="noStrike" kern="1200" cap="none" spc="0" normalizeH="0" baseline="0" mc:Ignorable="hp" hp:hslEmbossed="0">
              <a:solidFill>
                <a:srgbClr val="000000"/>
              </a:solidFill>
              <a:effectLst/>
              <a:latin typeface="Calibri"/>
              <a:ea typeface="맑은 고딕"/>
              <a:cs typeface="Calibri"/>
            </a:endParaRP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200" b="0" i="0" u="none" strike="noStrike" kern="1200" cap="none" spc="0" normalizeH="0" baseline="0" mc:Ignorable="hp" hp:hslEmbossed="0">
                <a:solidFill>
                  <a:srgbClr val="000000"/>
                </a:solidFill>
                <a:effectLst/>
                <a:latin typeface="Calibri"/>
                <a:ea typeface="맑은 고딕"/>
                <a:cs typeface="Calibri"/>
              </a:rPr>
              <a:t>	우체국 택배			상품준비중</a:t>
            </a:r>
            <a:endParaRPr xmlns:mc="http://schemas.openxmlformats.org/markup-compatibility/2006" xmlns:hp="http://schemas.haansoft.com/office/presentation/8.0" kumimoji="0" lang="ko-KR" altLang="en-US" sz="1200" b="0" i="0" u="none" strike="noStrike" kern="1200" cap="none" spc="0" normalizeH="0" baseline="0" mc:Ignorable="hp" hp:hslEmbossed="0">
              <a:solidFill>
                <a:srgbClr val="000000"/>
              </a:solidFill>
              <a:effectLst/>
              <a:latin typeface="Calibri"/>
              <a:ea typeface="맑은 고딕"/>
              <a:cs typeface="Calibri"/>
            </a:endParaRPr>
          </a:p>
        </p:txBody>
      </p:sp>
      <p:cxnSp>
        <p:nvCxnSpPr>
          <p:cNvPr id="45" name=""/>
          <p:cNvCxnSpPr/>
          <p:nvPr/>
        </p:nvCxnSpPr>
        <p:spPr>
          <a:xfrm>
            <a:off x="2763685" y="2674620"/>
            <a:ext cx="8961117" cy="0"/>
          </a:xfrm>
          <a:prstGeom prst="line">
            <a:avLst/>
          </a:prstGeom>
          <a:noFill/>
          <a:ln w="25400" cap="flat" cmpd="sng" algn="ctr">
            <a:solidFill>
              <a:srgbClr val="dcdcdc">
                <a:alpha val="100000"/>
              </a:srgbClr>
            </a:solidFill>
            <a:prstDash val="solid"/>
          </a:ln>
          <a:effectLst/>
        </p:spPr>
      </p:cxnSp>
      <p:sp>
        <p:nvSpPr>
          <p:cNvPr id="46" name=""/>
          <p:cNvSpPr/>
          <p:nvPr/>
        </p:nvSpPr>
        <p:spPr>
          <a:xfrm>
            <a:off x="10276514" y="5976742"/>
            <a:ext cx="1912437" cy="881258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</p:spPr>
        <p:txBody>
          <a:bodyPr/>
          <a:p>
            <a:pPr marL="0" indent="0" algn="ctr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마이페이지</a:t>
            </a:r>
            <a:endPara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  <a:p>
            <a:pPr marL="0" lvl="0" indent="0" algn="ctr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주문</a:t>
            </a:r>
            <a:r>
              <a: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/</a:t>
            </a: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배송</a:t>
            </a:r>
            <a:endPara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47" name=""/>
          <p:cNvSpPr/>
          <p:nvPr/>
        </p:nvSpPr>
        <p:spPr>
          <a:xfrm>
            <a:off x="2923825" y="2900558"/>
            <a:ext cx="1702756" cy="155270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pPr algn="ctr">
              <a:defRPr/>
            </a:pPr>
            <a:r>
              <a:rPr lang="en-US" altLang="ko-KR">
                <a:solidFill>
                  <a:schemeClr val="dk1"/>
                </a:solidFill>
              </a:rPr>
              <a:t>^</a:t>
            </a:r>
            <a:endParaRPr lang="en-US" altLang="ko-KR">
              <a:solidFill>
                <a:schemeClr val="dk1"/>
              </a:solidFill>
            </a:endParaRPr>
          </a:p>
          <a:p>
            <a:pPr algn="ctr">
              <a:defRPr/>
            </a:pPr>
            <a:r>
              <a:rPr lang="en-US" altLang="ko-KR">
                <a:solidFill>
                  <a:schemeClr val="dk1"/>
                </a:solidFill>
              </a:rPr>
              <a:t>|</a:t>
            </a:r>
            <a:endParaRPr lang="en-US" altLang="ko-KR">
              <a:solidFill>
                <a:schemeClr val="dk1"/>
              </a:solidFill>
            </a:endParaRPr>
          </a:p>
          <a:p>
            <a:pPr algn="ctr">
              <a:defRPr/>
            </a:pPr>
            <a:r>
              <a:rPr lang="en-US" altLang="ko-KR">
                <a:solidFill>
                  <a:schemeClr val="dk1"/>
                </a:solidFill>
              </a:rPr>
              <a:t>//</a:t>
            </a:r>
            <a:r>
              <a:rPr lang="ko-KR" altLang="en-US">
                <a:solidFill>
                  <a:schemeClr val="dk1"/>
                </a:solidFill>
              </a:rPr>
              <a:t>클릭시 상품페이지 이동</a:t>
            </a:r>
            <a:endParaRPr lang="ko-KR" altLang="en-US">
              <a:solidFill>
                <a:schemeClr val="dk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5581247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9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014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sz="2400" b="1">
                <a:solidFill>
                  <a:srgbClr val="000000"/>
                </a:solidFill>
              </a:rPr>
              <a:t>00COM</a:t>
            </a:r>
            <a:endParaRPr sz="2400" b="1">
              <a:solidFill>
                <a:srgbClr val="000000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857999" y="182880"/>
            <a:ext cx="5053966" cy="30099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sz="1400" b="0">
                <a:solidFill>
                  <a:srgbClr val="000000"/>
                </a:solidFill>
              </a:rPr>
              <a:t>로그인   |   회원가입   |   장바구니   |   마이페이지   |   고객센터</a:t>
            </a:r>
            <a:endParaRPr sz="1400" b="0">
              <a:solidFill>
                <a:srgbClr val="000000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74319" y="1097280"/>
            <a:ext cx="1236346" cy="33909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ko-KR" altLang="en-US" sz="1600" b="1">
                <a:solidFill>
                  <a:srgbClr val="000000"/>
                </a:solidFill>
              </a:rPr>
              <a:t>마이페이지</a:t>
            </a:r>
            <a:endParaRPr lang="ko-KR" altLang="en-US" sz="1600" b="1">
              <a:solidFill>
                <a:srgbClr val="000000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929640" cy="2971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ko-KR" altLang="en-US" sz="1400" b="0">
                <a:solidFill>
                  <a:srgbClr val="000000"/>
                </a:solidFill>
              </a:rPr>
              <a:t>회원정보</a:t>
            </a:r>
            <a:endParaRPr lang="ko-KR" altLang="en-US" sz="1400" b="0">
              <a:solidFill>
                <a:srgbClr val="000000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57200" y="1920240"/>
            <a:ext cx="996315" cy="2971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ko-KR" altLang="en-US" sz="1400" b="0">
                <a:solidFill>
                  <a:srgbClr val="000000"/>
                </a:solidFill>
              </a:rPr>
              <a:t>주문</a:t>
            </a:r>
            <a:r>
              <a:rPr lang="en-US" altLang="ko-KR" sz="1400" b="0">
                <a:solidFill>
                  <a:srgbClr val="000000"/>
                </a:solidFill>
              </a:rPr>
              <a:t>/</a:t>
            </a:r>
            <a:r>
              <a:rPr lang="ko-KR" altLang="en-US" sz="1400" b="0">
                <a:solidFill>
                  <a:srgbClr val="000000"/>
                </a:solidFill>
              </a:rPr>
              <a:t>배송</a:t>
            </a:r>
            <a:endParaRPr lang="ko-KR" altLang="en-US" sz="1400" b="0">
              <a:solidFill>
                <a:srgbClr val="000000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57200" y="2377440"/>
            <a:ext cx="1101090" cy="2971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1400" b="1">
                <a:solidFill>
                  <a:srgbClr val="000000"/>
                </a:solidFill>
              </a:rPr>
              <a:t>A/S</a:t>
            </a:r>
            <a:r>
              <a:rPr lang="ko-KR" altLang="en-US" sz="1400" b="1">
                <a:solidFill>
                  <a:srgbClr val="000000"/>
                </a:solidFill>
              </a:rPr>
              <a:t> 및 문의</a:t>
            </a:r>
            <a:endParaRPr lang="ko-KR" altLang="en-US" sz="1400" b="1">
              <a:solidFill>
                <a:srgbClr val="000000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74320" y="5760720"/>
            <a:ext cx="998220" cy="39052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sz="2000" b="1">
                <a:solidFill>
                  <a:srgbClr val="000000"/>
                </a:solidFill>
              </a:rPr>
              <a:t>00COM</a:t>
            </a:r>
            <a:endParaRPr sz="2000" b="1">
              <a:solidFill>
                <a:srgbClr val="000000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828800" y="5760720"/>
            <a:ext cx="4368165" cy="69532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sz="1000" b="0">
                <a:solidFill>
                  <a:srgbClr val="000000"/>
                </a:solidFill>
              </a:rPr>
              <a:t>대표 : 000  |  대표전화 : 0000-0000  |  사업자번호 : 00000000</a:t>
            </a:r>
            <a:endParaRPr sz="1000" b="0">
              <a:solidFill>
                <a:srgbClr val="000000"/>
              </a:solidFill>
            </a:endParaRPr>
          </a:p>
          <a:p>
            <a:pPr lvl="0">
              <a:defRPr/>
            </a:pPr>
            <a:r>
              <a:rPr sz="1000" b="0">
                <a:solidFill>
                  <a:srgbClr val="000000"/>
                </a:solidFill>
              </a:rPr>
              <a:t>주소 : 인천광역시 00구 00동 00 주식회사 00COM  |  FAX : 000-000-0000</a:t>
            </a:r>
            <a:endParaRPr sz="1000" b="0">
              <a:solidFill>
                <a:srgbClr val="000000"/>
              </a:solidFill>
            </a:endParaRPr>
          </a:p>
          <a:p>
            <a:pPr lvl="0">
              <a:defRPr/>
            </a:pPr>
            <a:r>
              <a:rPr sz="1000" b="0">
                <a:solidFill>
                  <a:srgbClr val="000000"/>
                </a:solidFill>
              </a:rPr>
              <a:t>개인정보보호 담당자 : 000  |  이메일 : 000@000.com</a:t>
            </a:r>
            <a:endParaRPr sz="1000" b="0">
              <a:solidFill>
                <a:srgbClr val="000000"/>
              </a:solidFill>
            </a:endParaRPr>
          </a:p>
          <a:p>
            <a:pPr lvl="0">
              <a:defRPr/>
            </a:pPr>
            <a:r>
              <a:rPr sz="1000" b="0">
                <a:solidFill>
                  <a:srgbClr val="000000"/>
                </a:solidFill>
              </a:rPr>
              <a:t>통신판매신고 : 제 0000호  |  개인정보보호배상책임보험 증권번호 00000-00</a:t>
            </a:r>
            <a:endParaRPr sz="1000" b="0">
              <a:solidFill>
                <a:srgbClr val="000000"/>
              </a:solidFill>
            </a:endParaRPr>
          </a:p>
        </p:txBody>
      </p:sp>
      <p:sp>
        <p:nvSpPr>
          <p:cNvPr id="46" name="Rounded Rectangle 4"/>
          <p:cNvSpPr/>
          <p:nvPr/>
        </p:nvSpPr>
        <p:spPr>
          <a:xfrm>
            <a:off x="2763684" y="1107457"/>
            <a:ext cx="8961118" cy="355582"/>
          </a:xfrm>
          <a:prstGeom prst="roundRect">
            <a:avLst>
              <a:gd name="adj" fmla="val 16667"/>
            </a:avLst>
          </a:prstGeom>
          <a:solidFill>
            <a:srgbClr val="dcdcdc">
              <a:alpha val="100000"/>
            </a:srgbClr>
          </a:solidFill>
          <a:ln w="9525" cap="flat" cmpd="sng" algn="ctr">
            <a:solidFill>
              <a:srgbClr val="4a7ebb">
                <a:alpha val="100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4510"/>
              </a:srgbClr>
            </a:outerShdw>
          </a:effectLst>
        </p:spPr>
        <p:txBody>
          <a:bodyPr anchor="ctr"/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 sz="1400" b="1"/>
            </a:pPr>
            <a:r>
              <a:rPr xmlns:mc="http://schemas.openxmlformats.org/markup-compatibility/2006" xmlns:hp="http://schemas.haansoft.com/office/presentation/8.0" kumimoji="0" lang="ko-KR" altLang="en-US" sz="1400" b="1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   번호	상품번호		날짜					제목							        작성자</a:t>
            </a:r>
            <a:endParaRPr xmlns:mc="http://schemas.openxmlformats.org/markup-compatibility/2006" xmlns:hp="http://schemas.haansoft.com/office/presentation/8.0" kumimoji="0" lang="ko-KR" altLang="en-US" sz="1400" b="1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47" name=""/>
          <p:cNvSpPr/>
          <p:nvPr/>
        </p:nvSpPr>
        <p:spPr>
          <a:xfrm>
            <a:off x="2763684" y="1463040"/>
            <a:ext cx="8961118" cy="457200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</p:spPr>
        <p:txBody>
          <a:bodyPr/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 </a:t>
            </a:r>
            <a:r>
              <a: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Calibri"/>
              </a:rPr>
              <a:t>0002</a:t>
            </a: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	</a:t>
            </a:r>
            <a:r>
              <a: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Calibri"/>
              </a:rPr>
              <a:t>  c001		03-12			cpu </a:t>
            </a: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초기불량						     아무개</a:t>
            </a:r>
            <a:endPara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cxnSp>
        <p:nvCxnSpPr>
          <p:cNvPr id="48" name=""/>
          <p:cNvCxnSpPr/>
          <p:nvPr/>
        </p:nvCxnSpPr>
        <p:spPr>
          <a:xfrm>
            <a:off x="2763685" y="1920240"/>
            <a:ext cx="8961117" cy="0"/>
          </a:xfrm>
          <a:prstGeom prst="line">
            <a:avLst/>
          </a:prstGeom>
          <a:noFill/>
          <a:ln w="25400" cap="flat" cmpd="sng" algn="ctr">
            <a:solidFill>
              <a:srgbClr val="dcdcdc">
                <a:alpha val="100000"/>
              </a:srgbClr>
            </a:solidFill>
            <a:prstDash val="solid"/>
          </a:ln>
          <a:effectLst/>
        </p:spPr>
      </p:cxnSp>
      <p:sp>
        <p:nvSpPr>
          <p:cNvPr id="51" name="Rounded Rectangle 4"/>
          <p:cNvSpPr/>
          <p:nvPr/>
        </p:nvSpPr>
        <p:spPr>
          <a:xfrm>
            <a:off x="10867551" y="2560633"/>
            <a:ext cx="857251" cy="274007"/>
          </a:xfrm>
          <a:prstGeom prst="roundRect">
            <a:avLst>
              <a:gd name="adj" fmla="val 16667"/>
            </a:avLst>
          </a:prstGeom>
          <a:solidFill>
            <a:srgbClr val="87cefa">
              <a:alpha val="100000"/>
            </a:srgbClr>
          </a:solidFill>
          <a:ln w="9525" cap="flat" cmpd="sng" algn="ctr">
            <a:solidFill>
              <a:srgbClr val="4a7ebb">
                <a:alpha val="100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4510"/>
              </a:srgbClr>
            </a:outerShdw>
          </a:effectLst>
        </p:spPr>
        <p:txBody>
          <a:bodyPr anchor="ctr"/>
          <a:p>
            <a:pPr marL="0" indent="0" algn="ctr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 sz="1400" b="1"/>
            </a:pPr>
            <a:r>
              <a:rPr xmlns:mc="http://schemas.openxmlformats.org/markup-compatibility/2006" xmlns:hp="http://schemas.haansoft.com/office/presentation/8.0" kumimoji="0" lang="ko-KR" altLang="en-US" sz="1400" b="1" i="0" u="none" strike="noStrike" kern="1200" cap="none" spc="0" normalizeH="0" baseline="0" mc:Ignorable="hp" hp:hslEmbossed="0">
                <a:solidFill>
                  <a:schemeClr val="tx1"/>
                </a:solidFill>
                <a:latin typeface="Calibri"/>
                <a:ea typeface="맑은 고딕"/>
                <a:cs typeface="맑은 고딕"/>
              </a:rPr>
              <a:t>글쓰기</a:t>
            </a:r>
            <a:endParaRPr xmlns:mc="http://schemas.openxmlformats.org/markup-compatibility/2006" xmlns:hp="http://schemas.haansoft.com/office/presentation/8.0" kumimoji="0" lang="ko-KR" altLang="en-US" sz="1400" b="1" i="0" u="none" strike="noStrike" kern="1200" cap="none" spc="0" normalizeH="0" baseline="0" mc:Ignorable="hp" hp:hslEmbossed="0">
              <a:solidFill>
                <a:schemeClr val="tx1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52" name=""/>
          <p:cNvSpPr/>
          <p:nvPr/>
        </p:nvSpPr>
        <p:spPr>
          <a:xfrm>
            <a:off x="5872661" y="5414635"/>
            <a:ext cx="3512320" cy="274007"/>
          </a:xfrm>
          <a:prstGeom prst="rect">
            <a:avLst/>
          </a:prstGeom>
          <a:solidFill>
            <a:srgbClr val="ffffff">
              <a:alpha val="100000"/>
            </a:srgbClr>
          </a:solidFill>
          <a:ln w="9525" cap="flat" cmpd="sng" algn="ctr">
            <a:solidFill>
              <a:srgbClr val="000000">
                <a:alpha val="100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4510"/>
              </a:srgbClr>
            </a:outerShdw>
          </a:effectLst>
        </p:spPr>
        <p:txBody>
          <a:bodyPr/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xmlns:mc="http://schemas.openxmlformats.org/markup-compatibility/2006" xmlns:hp="http://schemas.haansoft.com/office/presentation/8.0" kumimoji="0" sz="1800" b="0" i="0" u="none" strike="noStrike" kern="1200" cap="none" spc="0" normalizeH="0" baseline="0" mc:Ignorable="hp" hp:hslEmbossed="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53" name="Rounded Rectangle 4"/>
          <p:cNvSpPr/>
          <p:nvPr/>
        </p:nvSpPr>
        <p:spPr>
          <a:xfrm>
            <a:off x="9557401" y="5414635"/>
            <a:ext cx="857251" cy="274007"/>
          </a:xfrm>
          <a:prstGeom prst="roundRect">
            <a:avLst>
              <a:gd name="adj" fmla="val 16667"/>
            </a:avLst>
          </a:prstGeom>
          <a:solidFill>
            <a:srgbClr val="87cefa">
              <a:alpha val="100000"/>
            </a:srgbClr>
          </a:solidFill>
          <a:ln w="9525" cap="flat" cmpd="sng" algn="ctr">
            <a:solidFill>
              <a:srgbClr val="4a7ebb">
                <a:alpha val="100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4510"/>
              </a:srgbClr>
            </a:outerShdw>
          </a:effectLst>
        </p:spPr>
        <p:txBody>
          <a:bodyPr anchor="ctr"/>
          <a:p>
            <a:pPr marL="0" indent="0" algn="ctr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 sz="1400" b="1"/>
            </a:pPr>
            <a:r>
              <a:rPr xmlns:mc="http://schemas.openxmlformats.org/markup-compatibility/2006" xmlns:hp="http://schemas.haansoft.com/office/presentation/8.0" kumimoji="0" lang="ko-KR" altLang="en-US" sz="1400" b="1" i="0" u="none" strike="noStrike" kern="1200" cap="none" spc="0" normalizeH="0" baseline="0" mc:Ignorable="hp" hp:hslEmbossed="0">
                <a:solidFill>
                  <a:schemeClr val="tx1"/>
                </a:solidFill>
                <a:latin typeface="Calibri"/>
                <a:ea typeface="맑은 고딕"/>
                <a:cs typeface="맑은 고딕"/>
              </a:rPr>
              <a:t>검색</a:t>
            </a:r>
            <a:endParaRPr xmlns:mc="http://schemas.openxmlformats.org/markup-compatibility/2006" xmlns:hp="http://schemas.haansoft.com/office/presentation/8.0" kumimoji="0" lang="ko-KR" altLang="en-US" sz="1400" b="1" i="0" u="none" strike="noStrike" kern="1200" cap="none" spc="0" normalizeH="0" baseline="0" mc:Ignorable="hp" hp:hslEmbossed="0">
              <a:solidFill>
                <a:schemeClr val="tx1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54" name=""/>
          <p:cNvSpPr/>
          <p:nvPr/>
        </p:nvSpPr>
        <p:spPr>
          <a:xfrm>
            <a:off x="10276514" y="5976742"/>
            <a:ext cx="1912437" cy="881258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</p:spPr>
        <p:txBody>
          <a:bodyPr/>
          <a:p>
            <a:pPr marL="0" indent="0" algn="ctr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마이페이지</a:t>
            </a:r>
            <a:endPara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  <a:p>
            <a:pPr lvl="0" algn="ctr">
              <a:defRPr/>
            </a:pPr>
            <a:r>
              <a:rPr lang="en-US" altLang="ko-KR">
                <a:solidFill>
                  <a:srgbClr val="000000"/>
                </a:solidFill>
              </a:rPr>
              <a:t>A/S</a:t>
            </a:r>
            <a:r>
              <a:rPr lang="ko-KR" altLang="en-US">
                <a:solidFill>
                  <a:srgbClr val="000000"/>
                </a:solidFill>
              </a:rPr>
              <a:t> 및 문의</a:t>
            </a:r>
            <a:endParaRPr xmlns:mc="http://schemas.openxmlformats.org/markup-compatibility/2006" xmlns:hp="http://schemas.haansoft.com/office/presentation/8.0" kumimoji="0" lang="ko-KR" altLang="en-US" sz="180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56" name=""/>
          <p:cNvSpPr/>
          <p:nvPr/>
        </p:nvSpPr>
        <p:spPr>
          <a:xfrm>
            <a:off x="2495762" y="2217420"/>
            <a:ext cx="1912437" cy="1748946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</p:spPr>
        <p:txBody>
          <a:bodyPr/>
          <a:p>
            <a:pPr marL="0" indent="0" algn="ctr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//</a:t>
            </a: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고객센터</a:t>
            </a:r>
            <a:endPara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  <a:p>
            <a:pPr marL="0" lvl="0" indent="0" algn="ctr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Calibri"/>
              </a:rPr>
              <a:t>A/S</a:t>
            </a: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 및 문의</a:t>
            </a:r>
            <a:endPara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  <a:p>
            <a:pPr marL="0" lvl="0" indent="0" algn="ctr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페이지의 목록에서</a:t>
            </a:r>
            <a:endPara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  <a:p>
            <a:pPr marL="0" lvl="0" indent="0" algn="ctr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필터링 </a:t>
            </a:r>
            <a:endPara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39962868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20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014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sz="2400" b="1">
                <a:solidFill>
                  <a:srgbClr val="000000"/>
                </a:solidFill>
              </a:rPr>
              <a:t>00COM</a:t>
            </a:r>
            <a:endParaRPr sz="2400" b="1">
              <a:solidFill>
                <a:srgbClr val="000000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857999" y="182880"/>
            <a:ext cx="5053966" cy="30099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sz="1400" b="0">
                <a:solidFill>
                  <a:srgbClr val="000000"/>
                </a:solidFill>
              </a:rPr>
              <a:t>로그인   |   회원가입   |   장바구니   |   마이페이지   |   고객센터</a:t>
            </a:r>
            <a:endParaRPr sz="1400" b="0">
              <a:solidFill>
                <a:srgbClr val="000000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74319" y="1097280"/>
            <a:ext cx="1236346" cy="33909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ko-KR" altLang="en-US" sz="1600" b="1">
                <a:solidFill>
                  <a:srgbClr val="000000"/>
                </a:solidFill>
              </a:rPr>
              <a:t>마이페이지</a:t>
            </a:r>
            <a:endParaRPr lang="ko-KR" altLang="en-US" sz="1600" b="1">
              <a:solidFill>
                <a:srgbClr val="000000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929640" cy="2971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ko-KR" altLang="en-US" sz="1400" b="0">
                <a:solidFill>
                  <a:srgbClr val="000000"/>
                </a:solidFill>
              </a:rPr>
              <a:t>회원정보</a:t>
            </a:r>
            <a:endParaRPr lang="ko-KR" altLang="en-US" sz="1400" b="0">
              <a:solidFill>
                <a:srgbClr val="000000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57200" y="1920240"/>
            <a:ext cx="996315" cy="2971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ko-KR" altLang="en-US" sz="1400" b="0">
                <a:solidFill>
                  <a:srgbClr val="000000"/>
                </a:solidFill>
              </a:rPr>
              <a:t>주문</a:t>
            </a:r>
            <a:r>
              <a:rPr lang="en-US" altLang="ko-KR" sz="1400" b="0">
                <a:solidFill>
                  <a:srgbClr val="000000"/>
                </a:solidFill>
              </a:rPr>
              <a:t>/</a:t>
            </a:r>
            <a:r>
              <a:rPr lang="ko-KR" altLang="en-US" sz="1400" b="0">
                <a:solidFill>
                  <a:srgbClr val="000000"/>
                </a:solidFill>
              </a:rPr>
              <a:t>배송</a:t>
            </a:r>
            <a:endParaRPr lang="ko-KR" altLang="en-US" sz="1400" b="0">
              <a:solidFill>
                <a:srgbClr val="000000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57200" y="2377440"/>
            <a:ext cx="1101090" cy="2971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1400" b="1">
                <a:solidFill>
                  <a:srgbClr val="000000"/>
                </a:solidFill>
              </a:rPr>
              <a:t>A/S</a:t>
            </a:r>
            <a:r>
              <a:rPr lang="ko-KR" altLang="en-US" sz="1400" b="1">
                <a:solidFill>
                  <a:srgbClr val="000000"/>
                </a:solidFill>
              </a:rPr>
              <a:t> 및 문의</a:t>
            </a:r>
            <a:endParaRPr lang="ko-KR" altLang="en-US" sz="1400" b="1">
              <a:solidFill>
                <a:srgbClr val="000000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74320" y="5760720"/>
            <a:ext cx="998220" cy="39052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sz="2000" b="1">
                <a:solidFill>
                  <a:srgbClr val="000000"/>
                </a:solidFill>
              </a:rPr>
              <a:t>00COM</a:t>
            </a:r>
            <a:endParaRPr sz="2000" b="1">
              <a:solidFill>
                <a:srgbClr val="000000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828800" y="5760720"/>
            <a:ext cx="4368165" cy="69532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sz="1000" b="0">
                <a:solidFill>
                  <a:srgbClr val="000000"/>
                </a:solidFill>
              </a:rPr>
              <a:t>대표 : 000  |  대표전화 : 0000-0000  |  사업자번호 : 00000000</a:t>
            </a:r>
            <a:endParaRPr sz="1000" b="0">
              <a:solidFill>
                <a:srgbClr val="000000"/>
              </a:solidFill>
            </a:endParaRPr>
          </a:p>
          <a:p>
            <a:pPr lvl="0">
              <a:defRPr/>
            </a:pPr>
            <a:r>
              <a:rPr sz="1000" b="0">
                <a:solidFill>
                  <a:srgbClr val="000000"/>
                </a:solidFill>
              </a:rPr>
              <a:t>주소 : 인천광역시 00구 00동 00 주식회사 00COM  |  FAX : 000-000-0000</a:t>
            </a:r>
            <a:endParaRPr sz="1000" b="0">
              <a:solidFill>
                <a:srgbClr val="000000"/>
              </a:solidFill>
            </a:endParaRPr>
          </a:p>
          <a:p>
            <a:pPr lvl="0">
              <a:defRPr/>
            </a:pPr>
            <a:r>
              <a:rPr sz="1000" b="0">
                <a:solidFill>
                  <a:srgbClr val="000000"/>
                </a:solidFill>
              </a:rPr>
              <a:t>개인정보보호 담당자 : 000  |  이메일 : 000@000.com</a:t>
            </a:r>
            <a:endParaRPr sz="1000" b="0">
              <a:solidFill>
                <a:srgbClr val="000000"/>
              </a:solidFill>
            </a:endParaRPr>
          </a:p>
          <a:p>
            <a:pPr lvl="0">
              <a:defRPr/>
            </a:pPr>
            <a:r>
              <a:rPr sz="1000" b="0">
                <a:solidFill>
                  <a:srgbClr val="000000"/>
                </a:solidFill>
              </a:rPr>
              <a:t>통신판매신고 : 제 0000호  |  개인정보보호배상책임보험 증권번호 00000-00</a:t>
            </a:r>
            <a:endParaRPr sz="1000" b="0">
              <a:solidFill>
                <a:srgbClr val="000000"/>
              </a:solidFill>
            </a:endParaRPr>
          </a:p>
        </p:txBody>
      </p:sp>
      <p:sp>
        <p:nvSpPr>
          <p:cNvPr id="46" name="Rounded Rectangle 4"/>
          <p:cNvSpPr/>
          <p:nvPr/>
        </p:nvSpPr>
        <p:spPr>
          <a:xfrm>
            <a:off x="2763684" y="1107457"/>
            <a:ext cx="8961118" cy="355582"/>
          </a:xfrm>
          <a:prstGeom prst="roundRect">
            <a:avLst>
              <a:gd name="adj" fmla="val 16667"/>
            </a:avLst>
          </a:prstGeom>
          <a:solidFill>
            <a:srgbClr val="dcdcdc">
              <a:alpha val="100000"/>
            </a:srgbClr>
          </a:solidFill>
          <a:ln w="9525" cap="flat" cmpd="sng" algn="ctr">
            <a:solidFill>
              <a:srgbClr val="4a7ebb">
                <a:alpha val="100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4510"/>
              </a:srgbClr>
            </a:outerShdw>
          </a:effectLst>
        </p:spPr>
        <p:txBody>
          <a:bodyPr anchor="ctr"/>
          <a:p>
            <a:pPr lvl="0" algn="ctr">
              <a:defRPr sz="1400" b="1"/>
            </a:pPr>
            <a:r>
              <a:rPr lang="en-US" altLang="ko-KR" sz="1400" b="1">
                <a:solidFill>
                  <a:srgbClr val="000000"/>
                </a:solidFill>
              </a:rPr>
              <a:t>A/S</a:t>
            </a:r>
            <a:r>
              <a:rPr lang="ko-KR" altLang="en-US" sz="1400" b="1">
                <a:solidFill>
                  <a:srgbClr val="000000"/>
                </a:solidFill>
              </a:rPr>
              <a:t> 및 문의</a:t>
            </a:r>
            <a:endParaRPr xmlns:mc="http://schemas.openxmlformats.org/markup-compatibility/2006" xmlns:hp="http://schemas.haansoft.com/office/presentation/8.0" kumimoji="0" lang="en-US" altLang="ko-KR" sz="1400" b="1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51" name="Rounded Rectangle 4"/>
          <p:cNvSpPr/>
          <p:nvPr/>
        </p:nvSpPr>
        <p:spPr>
          <a:xfrm>
            <a:off x="10867551" y="5486713"/>
            <a:ext cx="857251" cy="274007"/>
          </a:xfrm>
          <a:prstGeom prst="roundRect">
            <a:avLst>
              <a:gd name="adj" fmla="val 16667"/>
            </a:avLst>
          </a:prstGeom>
          <a:solidFill>
            <a:srgbClr val="87cefa">
              <a:alpha val="100000"/>
            </a:srgbClr>
          </a:solidFill>
          <a:ln w="9525" cap="flat" cmpd="sng" algn="ctr">
            <a:solidFill>
              <a:srgbClr val="4a7ebb">
                <a:alpha val="100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4510"/>
              </a:srgbClr>
            </a:outerShdw>
          </a:effectLst>
        </p:spPr>
        <p:txBody>
          <a:bodyPr anchor="ctr"/>
          <a:p>
            <a:pPr marL="0" indent="0" algn="ctr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 sz="1400" b="1"/>
            </a:pPr>
            <a:r>
              <a:rPr xmlns:mc="http://schemas.openxmlformats.org/markup-compatibility/2006" xmlns:hp="http://schemas.haansoft.com/office/presentation/8.0" kumimoji="0" lang="ko-KR" altLang="en-US" sz="1400" b="1" i="0" u="none" strike="noStrike" kern="1200" cap="none" spc="0" normalizeH="0" baseline="0" mc:Ignorable="hp" hp:hslEmbossed="0">
                <a:solidFill>
                  <a:schemeClr val="tx1"/>
                </a:solidFill>
                <a:latin typeface="Calibri"/>
                <a:ea typeface="맑은 고딕"/>
                <a:cs typeface="맑은 고딕"/>
              </a:rPr>
              <a:t>작성</a:t>
            </a:r>
            <a:endParaRPr xmlns:mc="http://schemas.openxmlformats.org/markup-compatibility/2006" xmlns:hp="http://schemas.haansoft.com/office/presentation/8.0" kumimoji="0" lang="ko-KR" altLang="en-US" sz="1400" b="1" i="0" u="none" strike="noStrike" kern="1200" cap="none" spc="0" normalizeH="0" baseline="0" mc:Ignorable="hp" hp:hslEmbossed="0">
              <a:solidFill>
                <a:schemeClr val="tx1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54" name=""/>
          <p:cNvSpPr/>
          <p:nvPr/>
        </p:nvSpPr>
        <p:spPr>
          <a:xfrm>
            <a:off x="2763683" y="1611630"/>
            <a:ext cx="2587474" cy="30861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r>
              <a:rPr lang="ko-KR" altLang="en-US" sz="1200">
                <a:solidFill>
                  <a:schemeClr val="dk1"/>
                </a:solidFill>
                <a:effectLst/>
              </a:rPr>
              <a:t>문제가 있는 부품을 선택해주세요</a:t>
            </a:r>
            <a:r>
              <a:rPr lang="en-US" altLang="ko-KR" sz="1000">
                <a:solidFill>
                  <a:schemeClr val="dk1"/>
                </a:solidFill>
                <a:effectLst/>
              </a:rPr>
              <a:t>.</a:t>
            </a:r>
            <a:endParaRPr lang="en-US" altLang="ko-KR" sz="1000">
              <a:solidFill>
                <a:schemeClr val="dk1"/>
              </a:solidFill>
              <a:effectLst/>
            </a:endParaRPr>
          </a:p>
        </p:txBody>
      </p:sp>
      <p:sp>
        <p:nvSpPr>
          <p:cNvPr id="55" name=""/>
          <p:cNvSpPr/>
          <p:nvPr/>
        </p:nvSpPr>
        <p:spPr>
          <a:xfrm>
            <a:off x="5634555" y="1605915"/>
            <a:ext cx="1609688" cy="308610"/>
          </a:xfrm>
          <a:prstGeom prst="rect">
            <a:avLst/>
          </a:prstGeom>
          <a:solidFill>
            <a:srgbClr val="dcdcd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pPr algn="ctr">
              <a:defRPr/>
            </a:pPr>
            <a:r>
              <a:rPr lang="en-US" altLang="ko-KR">
                <a:solidFill>
                  <a:schemeClr val="dk1"/>
                </a:solidFill>
              </a:rPr>
              <a:t>::::::::cpu::::::::</a:t>
            </a:r>
            <a:endParaRPr lang="en-US" altLang="ko-KR">
              <a:solidFill>
                <a:schemeClr val="dk1"/>
              </a:solidFill>
            </a:endParaRPr>
          </a:p>
        </p:txBody>
      </p:sp>
      <p:sp>
        <p:nvSpPr>
          <p:cNvPr id="56" name=""/>
          <p:cNvSpPr/>
          <p:nvPr/>
        </p:nvSpPr>
        <p:spPr>
          <a:xfrm>
            <a:off x="2763684" y="2226944"/>
            <a:ext cx="8961118" cy="3086181"/>
          </a:xfrm>
          <a:prstGeom prst="rect">
            <a:avLst/>
          </a:prstGeom>
          <a:solidFill>
            <a:srgbClr val="dcdcdc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pPr algn="ctr">
              <a:defRPr/>
            </a:pPr>
            <a:r>
              <a:rPr lang="en-US" altLang="ko-KR">
                <a:solidFill>
                  <a:schemeClr val="dk1"/>
                </a:solidFill>
                <a:effectLst/>
              </a:rPr>
              <a:t>//</a:t>
            </a:r>
            <a:r>
              <a:rPr lang="ko-KR" altLang="en-US">
                <a:solidFill>
                  <a:schemeClr val="dk1"/>
                </a:solidFill>
                <a:effectLst/>
              </a:rPr>
              <a:t>문의 내용</a:t>
            </a:r>
            <a:endParaRPr lang="ko-KR" altLang="en-US">
              <a:solidFill>
                <a:schemeClr val="dk1"/>
              </a:solidFill>
              <a:effectLst/>
            </a:endParaRPr>
          </a:p>
          <a:p>
            <a:pPr>
              <a:defRPr/>
            </a:pPr>
            <a:r>
              <a:rPr lang="ko-KR" altLang="en-US">
                <a:solidFill>
                  <a:schemeClr val="dk1"/>
                </a:solidFill>
                <a:effectLst/>
              </a:rPr>
              <a:t>							</a:t>
            </a:r>
            <a:r>
              <a:rPr lang="en-US" altLang="ko-KR">
                <a:solidFill>
                  <a:schemeClr val="dk1"/>
                </a:solidFill>
                <a:effectLst/>
              </a:rPr>
              <a:t>^</a:t>
            </a:r>
            <a:r>
              <a:rPr lang="ko-KR" altLang="en-US">
                <a:solidFill>
                  <a:schemeClr val="dk1"/>
                </a:solidFill>
                <a:effectLst/>
              </a:rPr>
              <a:t>							</a:t>
            </a:r>
            <a:r>
              <a:rPr lang="en-US" altLang="ko-KR">
                <a:solidFill>
                  <a:schemeClr val="dk1"/>
                </a:solidFill>
                <a:effectLst/>
              </a:rPr>
              <a:t>^</a:t>
            </a:r>
            <a:endParaRPr lang="en-US" altLang="ko-KR">
              <a:solidFill>
                <a:schemeClr val="dk1"/>
              </a:solidFill>
              <a:effectLst/>
            </a:endParaRPr>
          </a:p>
          <a:p>
            <a:pPr>
              <a:defRPr/>
            </a:pPr>
            <a:r>
              <a:rPr lang="ko-KR" altLang="en-US">
                <a:solidFill>
                  <a:schemeClr val="dk1"/>
                </a:solidFill>
                <a:effectLst/>
              </a:rPr>
              <a:t>							</a:t>
            </a:r>
            <a:r>
              <a:rPr lang="en-US" altLang="ko-KR">
                <a:solidFill>
                  <a:schemeClr val="dk1"/>
                </a:solidFill>
                <a:effectLst/>
              </a:rPr>
              <a:t>|</a:t>
            </a:r>
            <a:r>
              <a:rPr lang="ko-KR" altLang="en-US">
                <a:solidFill>
                  <a:schemeClr val="dk1"/>
                </a:solidFill>
                <a:effectLst/>
              </a:rPr>
              <a:t>							</a:t>
            </a:r>
            <a:r>
              <a:rPr lang="en-US" altLang="ko-KR">
                <a:solidFill>
                  <a:schemeClr val="dk1"/>
                </a:solidFill>
                <a:effectLst/>
              </a:rPr>
              <a:t>|</a:t>
            </a:r>
            <a:endParaRPr lang="en-US" altLang="ko-KR">
              <a:solidFill>
                <a:schemeClr val="dk1"/>
              </a:solidFill>
              <a:effectLst/>
            </a:endParaRPr>
          </a:p>
          <a:p>
            <a:pPr>
              <a:defRPr/>
            </a:pPr>
            <a:r>
              <a:rPr lang="ko-KR" altLang="en-US">
                <a:solidFill>
                  <a:schemeClr val="dk1"/>
                </a:solidFill>
                <a:effectLst/>
              </a:rPr>
              <a:t>					    카테고리 선택	검색해서 맞는 상품이 있을시 팝업창으로나옴</a:t>
            </a:r>
            <a:endParaRPr lang="ko-KR" altLang="en-US">
              <a:solidFill>
                <a:schemeClr val="dk1"/>
              </a:solidFill>
              <a:effectLst/>
            </a:endParaRPr>
          </a:p>
          <a:p>
            <a:pPr>
              <a:defRPr/>
            </a:pPr>
            <a:endParaRPr lang="ko-KR" altLang="en-US">
              <a:solidFill>
                <a:schemeClr val="dk1"/>
              </a:solidFill>
              <a:effectLst/>
            </a:endParaRPr>
          </a:p>
          <a:p>
            <a:pPr>
              <a:defRPr/>
            </a:pPr>
            <a:endParaRPr lang="ko-KR" altLang="en-US">
              <a:solidFill>
                <a:schemeClr val="dk1"/>
              </a:solidFill>
              <a:effectLst/>
            </a:endParaRPr>
          </a:p>
          <a:p>
            <a:pPr>
              <a:defRPr/>
            </a:pPr>
            <a:endParaRPr lang="ko-KR" altLang="en-US">
              <a:solidFill>
                <a:schemeClr val="dk1"/>
              </a:solidFill>
              <a:effectLst/>
            </a:endParaRPr>
          </a:p>
          <a:p>
            <a:pPr>
              <a:defRPr/>
            </a:pPr>
            <a:endParaRPr lang="ko-KR" altLang="en-US">
              <a:solidFill>
                <a:schemeClr val="dk1"/>
              </a:solidFill>
              <a:effectLst/>
            </a:endParaRPr>
          </a:p>
          <a:p>
            <a:pPr>
              <a:defRPr/>
            </a:pPr>
            <a:endParaRPr lang="ko-KR" altLang="en-US">
              <a:solidFill>
                <a:schemeClr val="dk1"/>
              </a:solidFill>
              <a:effectLst/>
            </a:endParaRPr>
          </a:p>
          <a:p>
            <a:pPr>
              <a:defRPr/>
            </a:pPr>
            <a:endParaRPr lang="ko-KR" altLang="en-US">
              <a:solidFill>
                <a:schemeClr val="dk1"/>
              </a:solidFill>
              <a:effectLst/>
            </a:endParaRPr>
          </a:p>
          <a:p>
            <a:pPr>
              <a:defRPr/>
            </a:pPr>
            <a:r>
              <a:rPr lang="ko-KR" altLang="en-US">
                <a:solidFill>
                  <a:schemeClr val="dk1"/>
                </a:solidFill>
                <a:effectLst/>
              </a:rPr>
              <a:t>				예시	</a:t>
            </a:r>
            <a:endParaRPr lang="ko-KR" altLang="en-US">
              <a:solidFill>
                <a:schemeClr val="dk1"/>
              </a:solidFill>
              <a:effectLst/>
            </a:endParaRPr>
          </a:p>
        </p:txBody>
      </p:sp>
      <p:sp>
        <p:nvSpPr>
          <p:cNvPr id="57" name=""/>
          <p:cNvSpPr/>
          <p:nvPr/>
        </p:nvSpPr>
        <p:spPr>
          <a:xfrm>
            <a:off x="7775293" y="1611630"/>
            <a:ext cx="2899730" cy="308610"/>
          </a:xfrm>
          <a:prstGeom prst="rect">
            <a:avLst/>
          </a:prstGeom>
          <a:solidFill>
            <a:schemeClr val="lt1">
              <a:alpha val="100000"/>
            </a:schemeClr>
          </a:solidFill>
          <a:ln w="9525" cap="flat" cmpd="sng" algn="ctr">
            <a:solidFill>
              <a:srgbClr val="4a7ebb">
                <a:alpha val="100000"/>
              </a:srgbClr>
            </a:solidFill>
            <a:prstDash val="solid"/>
          </a:ln>
          <a:effectLst/>
        </p:spPr>
        <p:txBody>
          <a:bodyPr/>
          <a:p>
            <a:pPr marL="0" indent="0" algn="ctr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400" b="0" i="0" u="none" strike="noStrike" kern="1200" cap="none" spc="0" normalizeH="0" baseline="0" mc:Ignorable="hp" hp:hslEmbossed="0">
                <a:solidFill>
                  <a:srgbClr val="000000"/>
                </a:solidFill>
                <a:effectLst/>
                <a:latin typeface="Calibri"/>
                <a:ea typeface="맑은 고딕"/>
                <a:cs typeface="Calibri"/>
              </a:rPr>
              <a:t>상품 이름을 검색해주세요</a:t>
            </a:r>
            <a:endParaRPr xmlns:mc="http://schemas.openxmlformats.org/markup-compatibility/2006" xmlns:hp="http://schemas.haansoft.com/office/presentation/8.0" kumimoji="0" lang="ko-KR" altLang="en-US" sz="1400" b="0" i="0" u="none" strike="noStrike" kern="1200" cap="none" spc="0" normalizeH="0" baseline="0" mc:Ignorable="hp" hp:hslEmbossed="0">
              <a:solidFill>
                <a:srgbClr val="000000"/>
              </a:solidFill>
              <a:effectLst/>
              <a:latin typeface="Calibri"/>
              <a:ea typeface="맑은 고딕"/>
              <a:cs typeface="Calibri"/>
            </a:endParaRPr>
          </a:p>
        </p:txBody>
      </p:sp>
      <p:sp>
        <p:nvSpPr>
          <p:cNvPr id="58" name="Rounded Rectangle 4"/>
          <p:cNvSpPr/>
          <p:nvPr/>
        </p:nvSpPr>
        <p:spPr>
          <a:xfrm>
            <a:off x="10867551" y="1646233"/>
            <a:ext cx="857251" cy="274007"/>
          </a:xfrm>
          <a:prstGeom prst="roundRect">
            <a:avLst>
              <a:gd name="adj" fmla="val 16667"/>
            </a:avLst>
          </a:prstGeom>
          <a:solidFill>
            <a:srgbClr val="87cefa">
              <a:alpha val="100000"/>
            </a:srgbClr>
          </a:solidFill>
          <a:ln w="9525" cap="flat" cmpd="sng" algn="ctr">
            <a:solidFill>
              <a:srgbClr val="4a7ebb">
                <a:alpha val="100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4510"/>
              </a:srgbClr>
            </a:outerShdw>
          </a:effectLst>
        </p:spPr>
        <p:txBody>
          <a:bodyPr anchor="ctr"/>
          <a:p>
            <a:pPr marL="0" indent="0" algn="ctr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 sz="1400" b="1"/>
            </a:pPr>
            <a:r>
              <a:rPr xmlns:mc="http://schemas.openxmlformats.org/markup-compatibility/2006" xmlns:hp="http://schemas.haansoft.com/office/presentation/8.0" kumimoji="0" lang="ko-KR" altLang="en-US" sz="1400" b="1" i="0" u="none" strike="noStrike" kern="1200" cap="none" spc="0" normalizeH="0" baseline="0" mc:Ignorable="hp" hp:hslEmbossed="0">
                <a:solidFill>
                  <a:schemeClr val="tx1"/>
                </a:solidFill>
                <a:latin typeface="Calibri"/>
                <a:ea typeface="맑은 고딕"/>
                <a:cs typeface="맑은 고딕"/>
              </a:rPr>
              <a:t>검색</a:t>
            </a:r>
            <a:endParaRPr xmlns:mc="http://schemas.openxmlformats.org/markup-compatibility/2006" xmlns:hp="http://schemas.haansoft.com/office/presentation/8.0" kumimoji="0" lang="ko-KR" altLang="en-US" sz="1400" b="1" i="0" u="none" strike="noStrike" kern="1200" cap="none" spc="0" normalizeH="0" baseline="0" mc:Ignorable="hp" hp:hslEmbossed="0">
              <a:solidFill>
                <a:schemeClr val="tx1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59" name=""/>
          <p:cNvSpPr/>
          <p:nvPr/>
        </p:nvSpPr>
        <p:spPr>
          <a:xfrm>
            <a:off x="3373770" y="3760510"/>
            <a:ext cx="2720705" cy="256202"/>
          </a:xfrm>
          <a:prstGeom prst="rect">
            <a:avLst/>
          </a:prstGeom>
          <a:solidFill>
            <a:schemeClr val="lt1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r>
              <a:rPr lang="ko-KR" altLang="en-US" sz="1400">
                <a:solidFill>
                  <a:schemeClr val="dk1"/>
                </a:solidFill>
              </a:rPr>
              <a:t>상품명</a:t>
            </a:r>
            <a:endParaRPr lang="ko-KR" altLang="en-US" sz="1400">
              <a:solidFill>
                <a:schemeClr val="dk1"/>
              </a:solidFill>
            </a:endParaRPr>
          </a:p>
        </p:txBody>
      </p:sp>
      <p:sp>
        <p:nvSpPr>
          <p:cNvPr id="60" name=""/>
          <p:cNvSpPr/>
          <p:nvPr/>
        </p:nvSpPr>
        <p:spPr>
          <a:xfrm>
            <a:off x="3373771" y="4016713"/>
            <a:ext cx="2720705" cy="92354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 cap="flat" cmpd="sng" algn="ctr">
            <a:solidFill>
              <a:srgbClr val="4a7ebb">
                <a:alpha val="100000"/>
              </a:srgbClr>
            </a:solidFill>
            <a:prstDash val="solid"/>
          </a:ln>
          <a:effectLst/>
        </p:spPr>
        <p:txBody>
          <a:bodyPr/>
          <a:p>
            <a:pPr marL="0" indent="0" algn="ctr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xmlns:mc="http://schemas.openxmlformats.org/markup-compatibility/2006" xmlns:hp="http://schemas.haansoft.com/office/presentation/8.0" kumimoji="0" lang="en-US" altLang="ko-KR" sz="1400" b="0" i="0" u="none" strike="noStrike" kern="1200" cap="none" spc="0" normalizeH="0" baseline="0" mc:Ignorable="hp" hp:hslEmbossed="0">
              <a:solidFill>
                <a:schemeClr val="dk1"/>
              </a:solidFill>
              <a:latin typeface="Calibri"/>
              <a:ea typeface="맑은 고딕"/>
              <a:cs typeface="맑은 고딕"/>
            </a:endParaRPr>
          </a:p>
          <a:p>
            <a:pPr marL="0" indent="0" algn="ctr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1400" b="0" i="0" u="none" strike="noStrike" kern="1200" cap="none" spc="0" normalizeH="0" baseline="0" mc:Ignorable="hp" hp:hslEmbossed="0">
                <a:solidFill>
                  <a:schemeClr val="dk1"/>
                </a:solidFill>
                <a:latin typeface="Calibri"/>
                <a:ea typeface="맑은 고딕"/>
                <a:cs typeface="맑은 고딕"/>
              </a:rPr>
              <a:t>“</a:t>
            </a:r>
            <a:r>
              <a:rPr xmlns:mc="http://schemas.openxmlformats.org/markup-compatibility/2006" xmlns:hp="http://schemas.haansoft.com/office/presentation/8.0" kumimoji="0" lang="ko-KR" altLang="en-US" sz="1400" b="0" i="0" u="none" strike="noStrike" kern="1200" cap="none" spc="0" normalizeH="0" baseline="0" mc:Ignorable="hp" hp:hslEmbossed="0">
                <a:solidFill>
                  <a:schemeClr val="dk1"/>
                </a:solidFill>
                <a:latin typeface="Calibri"/>
                <a:ea typeface="맑은 고딕"/>
                <a:cs typeface="맑은 고딕"/>
              </a:rPr>
              <a:t>상품명</a:t>
            </a:r>
            <a:r>
              <a:rPr xmlns:mc="http://schemas.openxmlformats.org/markup-compatibility/2006" xmlns:hp="http://schemas.haansoft.com/office/presentation/8.0" kumimoji="0" lang="en-US" altLang="ko-KR" sz="1400" b="0" i="0" u="none" strike="noStrike" kern="1200" cap="none" spc="0" normalizeH="0" baseline="0" mc:Ignorable="hp" hp:hslEmbossed="0">
                <a:solidFill>
                  <a:schemeClr val="dk1"/>
                </a:solidFill>
                <a:latin typeface="Calibri"/>
                <a:ea typeface="맑은 고딕"/>
                <a:cs typeface="맑은 고딕"/>
              </a:rPr>
              <a:t>”</a:t>
            </a:r>
            <a:r>
              <a:rPr xmlns:mc="http://schemas.openxmlformats.org/markup-compatibility/2006" xmlns:hp="http://schemas.haansoft.com/office/presentation/8.0" kumimoji="0" lang="ko-KR" altLang="en-US" sz="1400" b="0" i="0" u="none" strike="noStrike" kern="1200" cap="none" spc="0" normalizeH="0" baseline="0" mc:Ignorable="hp" hp:hslEmbossed="0">
                <a:solidFill>
                  <a:schemeClr val="dk1"/>
                </a:solidFill>
                <a:latin typeface="Calibri"/>
                <a:ea typeface="맑은 고딕"/>
                <a:cs typeface="맑은 고딕"/>
              </a:rPr>
              <a:t>을 포함하는</a:t>
            </a:r>
            <a:endParaRPr xmlns:mc="http://schemas.openxmlformats.org/markup-compatibility/2006" xmlns:hp="http://schemas.haansoft.com/office/presentation/8.0" kumimoji="0" lang="ko-KR" altLang="en-US" sz="1400" b="0" i="0" u="none" strike="noStrike" kern="1200" cap="none" spc="0" normalizeH="0" baseline="0" mc:Ignorable="hp" hp:hslEmbossed="0">
              <a:solidFill>
                <a:schemeClr val="dk1"/>
              </a:solidFill>
              <a:latin typeface="Calibri"/>
              <a:ea typeface="맑은 고딕"/>
              <a:cs typeface="맑은 고딕"/>
            </a:endParaRPr>
          </a:p>
          <a:p>
            <a:pPr marL="0" indent="0" algn="ctr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400" b="0" i="0" u="none" strike="noStrike" kern="1200" cap="none" spc="0" normalizeH="0" baseline="0" mc:Ignorable="hp" hp:hslEmbossed="0">
                <a:solidFill>
                  <a:schemeClr val="dk1"/>
                </a:solidFill>
                <a:latin typeface="Calibri"/>
                <a:ea typeface="맑은 고딕"/>
                <a:cs typeface="맑은 고딕"/>
              </a:rPr>
              <a:t>상품이미지</a:t>
            </a:r>
            <a:endParaRPr xmlns:mc="http://schemas.openxmlformats.org/markup-compatibility/2006" xmlns:hp="http://schemas.haansoft.com/office/presentation/8.0" kumimoji="0" lang="ko-KR" altLang="en-US" sz="1400" b="0" i="0" u="none" strike="noStrike" kern="1200" cap="none" spc="0" normalizeH="0" baseline="0" mc:Ignorable="hp" hp:hslEmbossed="0">
              <a:solidFill>
                <a:schemeClr val="dk1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62" name=""/>
          <p:cNvSpPr/>
          <p:nvPr/>
        </p:nvSpPr>
        <p:spPr>
          <a:xfrm>
            <a:off x="10276514" y="5976742"/>
            <a:ext cx="1912437" cy="881258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</p:spPr>
        <p:txBody>
          <a:bodyPr/>
          <a:p>
            <a:pPr marL="0" indent="0" algn="ctr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마이페이지</a:t>
            </a:r>
            <a:endPara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  <a:p>
            <a:pPr marL="0" lvl="0" indent="0" algn="ctr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Calibri"/>
              </a:rPr>
              <a:t>A/S</a:t>
            </a: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 및 문의</a:t>
            </a:r>
            <a:endPara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  <a:p>
            <a:pPr marL="0" lvl="0" indent="0" algn="ctr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글작성</a:t>
            </a:r>
            <a:endPara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cxnSp>
        <p:nvCxnSpPr>
          <p:cNvPr id="63" name=""/>
          <p:cNvCxnSpPr>
            <a:stCxn id="57" idx="2"/>
            <a:endCxn id="60" idx="1"/>
          </p:cNvCxnSpPr>
          <p:nvPr/>
        </p:nvCxnSpPr>
        <p:spPr>
          <a:xfrm rot="5400000">
            <a:off x="5020368" y="273685"/>
            <a:ext cx="2558201" cy="5851395"/>
          </a:xfrm>
          <a:prstGeom prst="bentConnector4">
            <a:avLst>
              <a:gd name="adj1" fmla="val 41039"/>
              <a:gd name="adj2" fmla="val 102350"/>
            </a:avLst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3600005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2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014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sz="2400" b="1">
                <a:solidFill>
                  <a:srgbClr val="000000"/>
                </a:solidFill>
              </a:rPr>
              <a:t>00COM</a:t>
            </a:r>
            <a:endParaRPr sz="2400" b="1">
              <a:solidFill>
                <a:srgbClr val="000000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857999" y="182880"/>
            <a:ext cx="5053966" cy="30099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sz="1400" b="0">
                <a:solidFill>
                  <a:srgbClr val="000000"/>
                </a:solidFill>
              </a:rPr>
              <a:t>로그인   |   회원가입   |   장바구니   |   마이페이지   |   고객센터</a:t>
            </a:r>
            <a:endParaRPr sz="1400" b="0">
              <a:solidFill>
                <a:srgbClr val="000000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74319" y="1097280"/>
            <a:ext cx="1026796" cy="33909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ko-KR" altLang="en-US" sz="1600" b="1">
                <a:solidFill>
                  <a:srgbClr val="000000"/>
                </a:solidFill>
              </a:rPr>
              <a:t>장바구니</a:t>
            </a:r>
            <a:endParaRPr lang="ko-KR" altLang="en-US" sz="1600" b="1">
              <a:solidFill>
                <a:srgbClr val="000000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74320" y="5760720"/>
            <a:ext cx="998220" cy="39052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sz="2000" b="1">
                <a:solidFill>
                  <a:srgbClr val="000000"/>
                </a:solidFill>
              </a:rPr>
              <a:t>00COM</a:t>
            </a:r>
            <a:endParaRPr sz="2000" b="1">
              <a:solidFill>
                <a:srgbClr val="000000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828800" y="5760720"/>
            <a:ext cx="4368165" cy="69532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sz="1000" b="0">
                <a:solidFill>
                  <a:srgbClr val="000000"/>
                </a:solidFill>
              </a:rPr>
              <a:t>대표 : 000  |  대표전화 : 0000-0000  |  사업자번호 : 00000000</a:t>
            </a:r>
            <a:endParaRPr sz="1000" b="0">
              <a:solidFill>
                <a:srgbClr val="000000"/>
              </a:solidFill>
            </a:endParaRPr>
          </a:p>
          <a:p>
            <a:pPr lvl="0">
              <a:defRPr/>
            </a:pPr>
            <a:r>
              <a:rPr sz="1000" b="0">
                <a:solidFill>
                  <a:srgbClr val="000000"/>
                </a:solidFill>
              </a:rPr>
              <a:t>주소 : 인천광역시 00구 00동 00 주식회사 00COM  |  FAX : 000-000-0000</a:t>
            </a:r>
            <a:endParaRPr sz="1000" b="0">
              <a:solidFill>
                <a:srgbClr val="000000"/>
              </a:solidFill>
            </a:endParaRPr>
          </a:p>
          <a:p>
            <a:pPr lvl="0">
              <a:defRPr/>
            </a:pPr>
            <a:r>
              <a:rPr sz="1000" b="0">
                <a:solidFill>
                  <a:srgbClr val="000000"/>
                </a:solidFill>
              </a:rPr>
              <a:t>개인정보보호 담당자 : 000  |  이메일 : 000@000.com</a:t>
            </a:r>
            <a:endParaRPr sz="1000" b="0">
              <a:solidFill>
                <a:srgbClr val="000000"/>
              </a:solidFill>
            </a:endParaRPr>
          </a:p>
          <a:p>
            <a:pPr lvl="0">
              <a:defRPr/>
            </a:pPr>
            <a:r>
              <a:rPr sz="1000" b="0">
                <a:solidFill>
                  <a:srgbClr val="000000"/>
                </a:solidFill>
              </a:rPr>
              <a:t>통신판매신고 : 제 0000호  |  개인정보보호배상책임보험 증권번호 00000-00</a:t>
            </a:r>
            <a:endParaRPr sz="1000" b="0">
              <a:solidFill>
                <a:srgbClr val="000000"/>
              </a:solidFill>
            </a:endParaRPr>
          </a:p>
        </p:txBody>
      </p:sp>
      <p:sp>
        <p:nvSpPr>
          <p:cNvPr id="61" name="Rounded Rectangle 4"/>
          <p:cNvSpPr/>
          <p:nvPr/>
        </p:nvSpPr>
        <p:spPr>
          <a:xfrm>
            <a:off x="2763684" y="1107457"/>
            <a:ext cx="8961118" cy="355582"/>
          </a:xfrm>
          <a:prstGeom prst="roundRect">
            <a:avLst>
              <a:gd name="adj" fmla="val 16667"/>
            </a:avLst>
          </a:prstGeom>
          <a:solidFill>
            <a:srgbClr val="dcdcdc">
              <a:alpha val="100000"/>
            </a:srgbClr>
          </a:solidFill>
          <a:ln w="9525" cap="flat" cmpd="sng" algn="ctr">
            <a:solidFill>
              <a:srgbClr val="4a7ebb">
                <a:alpha val="100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4510"/>
              </a:srgbClr>
            </a:outerShdw>
          </a:effectLst>
        </p:spPr>
        <p:txBody>
          <a:bodyPr anchor="ctr"/>
          <a:p>
            <a:pPr marL="0" indent="0" algn="ctr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 sz="1400" b="1"/>
            </a:pPr>
            <a:r>
              <a:rPr xmlns:mc="http://schemas.openxmlformats.org/markup-compatibility/2006" xmlns:hp="http://schemas.haansoft.com/office/presentation/8.0" kumimoji="0" lang="ko-KR" altLang="en-US" sz="1400" b="1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담은 상품</a:t>
            </a:r>
            <a:endParaRPr xmlns:mc="http://schemas.openxmlformats.org/markup-compatibility/2006" xmlns:hp="http://schemas.haansoft.com/office/presentation/8.0" kumimoji="0" lang="ko-KR" altLang="en-US" sz="1400" b="1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62" name=""/>
          <p:cNvSpPr/>
          <p:nvPr/>
        </p:nvSpPr>
        <p:spPr>
          <a:xfrm>
            <a:off x="3100180" y="1874520"/>
            <a:ext cx="719441" cy="765810"/>
          </a:xfrm>
          <a:prstGeom prst="rect">
            <a:avLst/>
          </a:prstGeom>
          <a:solidFill>
            <a:srgbClr val="dcdcdc">
              <a:alpha val="100000"/>
            </a:srgbClr>
          </a:solidFill>
          <a:ln w="9525" cap="flat" cmpd="sng" algn="ctr">
            <a:solidFill>
              <a:srgbClr val="4a7ebb">
                <a:alpha val="100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/>
          <a:p>
            <a:pPr marL="0" indent="0" algn="ctr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0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상품 이미지</a:t>
            </a:r>
            <a:endParaRPr xmlns:mc="http://schemas.openxmlformats.org/markup-compatibility/2006" xmlns:hp="http://schemas.haansoft.com/office/presentation/8.0" kumimoji="0" lang="ko-KR" altLang="en-US" sz="10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63" name=""/>
          <p:cNvSpPr/>
          <p:nvPr/>
        </p:nvSpPr>
        <p:spPr>
          <a:xfrm>
            <a:off x="4154009" y="2065972"/>
            <a:ext cx="7570792" cy="382905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/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1200" b="0" i="0" u="none" strike="noStrike" kern="1200" cap="none" spc="0" normalizeH="0" baseline="0" mc:Ignorable="hp" hp:hslEmbossed="0">
                <a:solidFill>
                  <a:srgbClr val="000000"/>
                </a:solidFill>
                <a:effectLst/>
                <a:latin typeface="Calibri"/>
                <a:ea typeface="맑은 고딕"/>
                <a:cs typeface="Calibri"/>
              </a:rPr>
              <a:t>[AMD] 5세대 라</a:t>
            </a:r>
            <a:r>
              <a:rPr xmlns:mc="http://schemas.openxmlformats.org/markup-compatibility/2006" xmlns:hp="http://schemas.haansoft.com/office/presentation/8.0" kumimoji="0" lang="ko-KR" altLang="en-US" sz="1200" b="0" i="0" u="none" strike="noStrike" kern="1200" cap="none" spc="0" normalizeH="0" baseline="0" mc:Ignorable="hp" hp:hslEmbossed="0">
                <a:solidFill>
                  <a:srgbClr val="000000"/>
                </a:solidFill>
                <a:effectLst/>
                <a:latin typeface="Calibri"/>
                <a:ea typeface="맑은 고딕"/>
                <a:cs typeface="맑은 고딕"/>
              </a:rPr>
              <a:t>이</a:t>
            </a:r>
            <a:r>
              <a:rPr xmlns:mc="http://schemas.openxmlformats.org/markup-compatibility/2006" xmlns:hp="http://schemas.haansoft.com/office/presentation/8.0" kumimoji="0" lang="en-US" altLang="ko-KR" sz="1200" b="0" i="0" u="none" strike="noStrike" kern="1200" cap="none" spc="0" normalizeH="0" baseline="0" mc:Ignorable="hp" hp:hslEmbossed="0">
                <a:solidFill>
                  <a:srgbClr val="000000"/>
                </a:solidFill>
                <a:effectLst/>
                <a:latin typeface="Calibri"/>
                <a:ea typeface="맑은 고딕"/>
                <a:cs typeface="Calibri"/>
              </a:rPr>
              <a:t>젠7 7800X3D</a:t>
            </a:r>
            <a:r>
              <a:rPr xmlns:mc="http://schemas.openxmlformats.org/markup-compatibility/2006" xmlns:hp="http://schemas.haansoft.com/office/presentation/8.0" kumimoji="0" lang="ko-KR" altLang="en-US" sz="1200" b="0" i="0" u="none" strike="noStrike" kern="1200" cap="none" spc="0" normalizeH="0" baseline="0" mc:Ignorable="hp" hp:hslEmbossed="0">
                <a:solidFill>
                  <a:srgbClr val="000000"/>
                </a:solidFill>
                <a:effectLst/>
                <a:latin typeface="Calibri"/>
                <a:ea typeface="맑은 고딕"/>
                <a:cs typeface="Calibri"/>
              </a:rPr>
              <a:t>								</a:t>
            </a:r>
            <a:r>
              <a:rPr xmlns:mc="http://schemas.openxmlformats.org/markup-compatibility/2006" xmlns:hp="http://schemas.haansoft.com/office/presentation/8.0" kumimoji="0" lang="ko-KR" altLang="en-US" sz="1200" b="0" i="0" u="none" strike="noStrike" kern="1200" cap="none" spc="0" normalizeH="0" baseline="0" mc:Ignorable="hp" hp:hslEmbossed="0">
                <a:solidFill>
                  <a:srgbClr val="000000"/>
                </a:solidFill>
                <a:effectLst/>
                <a:latin typeface="Calibri"/>
                <a:ea typeface="맑은 고딕"/>
                <a:cs typeface="맑은 고딕"/>
              </a:rPr>
              <a:t>			</a:t>
            </a:r>
            <a:r>
              <a:rPr xmlns:mc="http://schemas.openxmlformats.org/markup-compatibility/2006" xmlns:hp="http://schemas.haansoft.com/office/presentation/8.0" kumimoji="0" lang="en-US" altLang="ko-KR" sz="1200" b="0" i="0" u="none" strike="noStrike" kern="1200" cap="none" spc="0" normalizeH="0" baseline="0" mc:Ignorable="hp" hp:hslEmbossed="0">
                <a:solidFill>
                  <a:srgbClr val="000000"/>
                </a:solidFill>
                <a:effectLst/>
                <a:latin typeface="Calibri"/>
                <a:ea typeface="맑은 고딕"/>
                <a:cs typeface="Calibri"/>
              </a:rPr>
              <a:t>567,800</a:t>
            </a:r>
            <a:endParaRPr xmlns:mc="http://schemas.openxmlformats.org/markup-compatibility/2006" xmlns:hp="http://schemas.haansoft.com/office/presentation/8.0" kumimoji="0" lang="en-US" altLang="ko-KR" sz="1200" b="0" i="0" u="none" strike="noStrike" kern="1200" cap="none" spc="0" normalizeH="0" baseline="0" mc:Ignorable="hp" hp:hslEmbossed="0">
              <a:solidFill>
                <a:srgbClr val="000000"/>
              </a:solidFill>
              <a:effectLst/>
              <a:latin typeface="Calibri"/>
              <a:ea typeface="맑은 고딕"/>
              <a:cs typeface="Calibri"/>
            </a:endParaRPr>
          </a:p>
        </p:txBody>
      </p:sp>
      <p:cxnSp>
        <p:nvCxnSpPr>
          <p:cNvPr id="65" name=""/>
          <p:cNvCxnSpPr/>
          <p:nvPr/>
        </p:nvCxnSpPr>
        <p:spPr>
          <a:xfrm>
            <a:off x="2763685" y="2788920"/>
            <a:ext cx="8961117" cy="0"/>
          </a:xfrm>
          <a:prstGeom prst="line">
            <a:avLst/>
          </a:prstGeom>
          <a:noFill/>
          <a:ln w="25400" cap="flat" cmpd="sng" algn="ctr">
            <a:solidFill>
              <a:srgbClr val="dcdcdc">
                <a:alpha val="100000"/>
              </a:srgbClr>
            </a:solidFill>
            <a:prstDash val="solid"/>
          </a:ln>
          <a:effectLst/>
        </p:spPr>
      </p:cxnSp>
      <p:sp>
        <p:nvSpPr>
          <p:cNvPr id="66" name=""/>
          <p:cNvSpPr/>
          <p:nvPr/>
        </p:nvSpPr>
        <p:spPr>
          <a:xfrm>
            <a:off x="2763685" y="1631500"/>
            <a:ext cx="123955" cy="119049"/>
          </a:xfrm>
          <a:prstGeom prst="rect">
            <a:avLst/>
          </a:prstGeom>
          <a:solidFill>
            <a:srgbClr val="ffffff">
              <a:alpha val="100000"/>
            </a:srgbClr>
          </a:solidFill>
          <a:ln w="9525" cap="flat" cmpd="sng" algn="ctr">
            <a:solidFill>
              <a:srgbClr val="000000">
                <a:alpha val="100000"/>
              </a:srgbClr>
            </a:solidFill>
            <a:prstDash val="solid"/>
          </a:ln>
          <a:effectLst/>
        </p:spPr>
        <p:txBody>
          <a:bodyPr/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xmlns:mc="http://schemas.openxmlformats.org/markup-compatibility/2006" xmlns:hp="http://schemas.haansoft.com/office/presentation/8.0" kumimoji="0" sz="1800" b="0" i="0" u="none" strike="noStrike" kern="1200" cap="none" spc="0" normalizeH="0" baseline="0" mc:Ignorable="hp" hp:hslEmbossed="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67" name=""/>
          <p:cNvSpPr/>
          <p:nvPr/>
        </p:nvSpPr>
        <p:spPr>
          <a:xfrm>
            <a:off x="3014455" y="1564825"/>
            <a:ext cx="1195691" cy="2430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r>
              <a:rPr lang="ko-KR" altLang="en-US" sz="1200">
                <a:solidFill>
                  <a:schemeClr val="dk1"/>
                </a:solidFill>
              </a:rPr>
              <a:t>전체선택</a:t>
            </a:r>
            <a:endParaRPr lang="ko-KR" altLang="en-US" sz="1200">
              <a:solidFill>
                <a:schemeClr val="dk1"/>
              </a:solidFill>
            </a:endParaRPr>
          </a:p>
        </p:txBody>
      </p:sp>
      <p:sp>
        <p:nvSpPr>
          <p:cNvPr id="68" name=""/>
          <p:cNvSpPr/>
          <p:nvPr/>
        </p:nvSpPr>
        <p:spPr>
          <a:xfrm>
            <a:off x="2763684" y="2521281"/>
            <a:ext cx="123955" cy="119049"/>
          </a:xfrm>
          <a:prstGeom prst="rect">
            <a:avLst/>
          </a:prstGeom>
          <a:solidFill>
            <a:srgbClr val="ffffff">
              <a:alpha val="100000"/>
            </a:srgbClr>
          </a:solidFill>
          <a:ln w="9525" cap="flat" cmpd="sng" algn="ctr">
            <a:solidFill>
              <a:srgbClr val="000000">
                <a:alpha val="100000"/>
              </a:srgbClr>
            </a:solidFill>
            <a:prstDash val="solid"/>
          </a:ln>
          <a:effectLst/>
        </p:spPr>
        <p:txBody>
          <a:bodyPr/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xmlns:mc="http://schemas.openxmlformats.org/markup-compatibility/2006" xmlns:hp="http://schemas.haansoft.com/office/presentation/8.0" kumimoji="0" sz="1800" b="0" i="0" u="none" strike="noStrike" kern="1200" cap="none" spc="0" normalizeH="0" baseline="0" mc:Ignorable="hp" hp:hslEmbossed="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69" name="Rounded Rectangle 4"/>
          <p:cNvSpPr/>
          <p:nvPr/>
        </p:nvSpPr>
        <p:spPr>
          <a:xfrm>
            <a:off x="10360903" y="1569514"/>
            <a:ext cx="1363898" cy="243020"/>
          </a:xfrm>
          <a:prstGeom prst="roundRect">
            <a:avLst>
              <a:gd name="adj" fmla="val 16667"/>
            </a:avLst>
          </a:prstGeom>
          <a:solidFill>
            <a:srgbClr val="87cefa">
              <a:alpha val="100000"/>
            </a:srgbClr>
          </a:solidFill>
          <a:ln w="9525" cap="flat" cmpd="sng" algn="ctr">
            <a:solidFill>
              <a:srgbClr val="4a7ebb">
                <a:alpha val="100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4510"/>
              </a:srgbClr>
            </a:outerShdw>
          </a:effectLst>
        </p:spPr>
        <p:txBody>
          <a:bodyPr anchor="ctr"/>
          <a:p>
            <a:pPr marL="0" indent="0" algn="ctr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 sz="1400" b="1"/>
            </a:pPr>
            <a:r>
              <a:rPr xmlns:mc="http://schemas.openxmlformats.org/markup-compatibility/2006" xmlns:hp="http://schemas.haansoft.com/office/presentation/8.0" kumimoji="0" lang="ko-KR" altLang="en-US" sz="1200" b="1" i="0" u="none" strike="noStrike" kern="1200" cap="none" spc="0" normalizeH="0" baseline="0" mc:Ignorable="hp" hp:hslEmbossed="0">
                <a:solidFill>
                  <a:schemeClr val="tx1"/>
                </a:solidFill>
                <a:latin typeface="Calibri"/>
                <a:ea typeface="맑은 고딕"/>
                <a:cs typeface="맑은 고딕"/>
              </a:rPr>
              <a:t>선택 항목 삭제</a:t>
            </a:r>
            <a:endParaRPr xmlns:mc="http://schemas.openxmlformats.org/markup-compatibility/2006" xmlns:hp="http://schemas.haansoft.com/office/presentation/8.0" kumimoji="0" lang="ko-KR" altLang="en-US" sz="1200" b="1" i="0" u="none" strike="noStrike" kern="1200" cap="none" spc="0" normalizeH="0" baseline="0" mc:Ignorable="hp" hp:hslEmbossed="0">
              <a:solidFill>
                <a:schemeClr val="tx1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70" name=""/>
          <p:cNvSpPr/>
          <p:nvPr/>
        </p:nvSpPr>
        <p:spPr>
          <a:xfrm>
            <a:off x="3100179" y="3046095"/>
            <a:ext cx="719441" cy="765810"/>
          </a:xfrm>
          <a:prstGeom prst="rect">
            <a:avLst/>
          </a:prstGeom>
          <a:solidFill>
            <a:srgbClr val="dcdcdc">
              <a:alpha val="100000"/>
            </a:srgbClr>
          </a:solidFill>
          <a:ln w="9525" cap="flat" cmpd="sng" algn="ctr">
            <a:solidFill>
              <a:srgbClr val="4a7ebb">
                <a:alpha val="100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/>
          <a:p>
            <a:pPr marL="0" indent="0" algn="ctr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0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상품 이미지</a:t>
            </a:r>
            <a:endParaRPr xmlns:mc="http://schemas.openxmlformats.org/markup-compatibility/2006" xmlns:hp="http://schemas.haansoft.com/office/presentation/8.0" kumimoji="0" lang="ko-KR" altLang="en-US" sz="10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71" name=""/>
          <p:cNvSpPr/>
          <p:nvPr/>
        </p:nvSpPr>
        <p:spPr>
          <a:xfrm>
            <a:off x="4154008" y="3237547"/>
            <a:ext cx="7570792" cy="382905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/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1200" b="0" i="0" u="none" strike="noStrike" kern="1200" cap="none" spc="0" normalizeH="0" baseline="0" mc:Ignorable="hp" hp:hslEmbossed="0">
                <a:solidFill>
                  <a:srgbClr val="000000"/>
                </a:solidFill>
                <a:effectLst/>
                <a:latin typeface="Calibri"/>
                <a:ea typeface="맑은 고딕"/>
                <a:cs typeface="Calibri"/>
              </a:rPr>
              <a:t>[인텔] 14세대 i9 14900KF </a:t>
            </a:r>
            <a:r>
              <a:rPr xmlns:mc="http://schemas.openxmlformats.org/markup-compatibility/2006" xmlns:hp="http://schemas.haansoft.com/office/presentation/8.0" kumimoji="0" lang="ko-KR" altLang="en-US" sz="1200" b="0" i="0" u="none" strike="noStrike" kern="1200" cap="none" spc="0" normalizeH="0" baseline="0" mc:Ignorable="hp" hp:hslEmbossed="0">
                <a:solidFill>
                  <a:srgbClr val="000000"/>
                </a:solidFill>
                <a:effectLst/>
                <a:latin typeface="Calibri"/>
                <a:ea typeface="맑은 고딕"/>
                <a:cs typeface="Calibri"/>
              </a:rPr>
              <a:t>									</a:t>
            </a:r>
            <a:r>
              <a:rPr xmlns:mc="http://schemas.openxmlformats.org/markup-compatibility/2006" xmlns:hp="http://schemas.haansoft.com/office/presentation/8.0" kumimoji="0" lang="ko-KR" altLang="en-US" sz="1200" b="0" i="0" u="none" strike="noStrike" kern="1200" cap="none" spc="0" normalizeH="0" baseline="0" mc:Ignorable="hp" hp:hslEmbossed="0">
                <a:solidFill>
                  <a:srgbClr val="000000"/>
                </a:solidFill>
                <a:effectLst/>
                <a:latin typeface="Calibri"/>
                <a:ea typeface="맑은 고딕"/>
                <a:cs typeface="맑은 고딕"/>
              </a:rPr>
              <a:t>			</a:t>
            </a:r>
            <a:r>
              <a:rPr xmlns:mc="http://schemas.openxmlformats.org/markup-compatibility/2006" xmlns:hp="http://schemas.haansoft.com/office/presentation/8.0" kumimoji="0" lang="en-US" altLang="ko-KR" sz="1200" b="0" i="0" u="none" strike="noStrike" kern="1200" cap="none" spc="0" normalizeH="0" baseline="0" mc:Ignorable="hp" hp:hslEmbossed="0">
                <a:solidFill>
                  <a:srgbClr val="000000"/>
                </a:solidFill>
                <a:effectLst/>
                <a:latin typeface="Calibri"/>
                <a:ea typeface="맑은 고딕"/>
                <a:cs typeface="Calibri"/>
              </a:rPr>
              <a:t>654,300</a:t>
            </a:r>
            <a:endParaRPr xmlns:mc="http://schemas.openxmlformats.org/markup-compatibility/2006" xmlns:hp="http://schemas.haansoft.com/office/presentation/8.0" kumimoji="0" lang="en-US" altLang="ko-KR" sz="1200" b="0" i="0" u="none" strike="noStrike" kern="1200" cap="none" spc="0" normalizeH="0" baseline="0" mc:Ignorable="hp" hp:hslEmbossed="0">
              <a:solidFill>
                <a:srgbClr val="000000"/>
              </a:solidFill>
              <a:effectLst/>
              <a:latin typeface="Calibri"/>
              <a:ea typeface="맑은 고딕"/>
              <a:cs typeface="Calibri"/>
            </a:endParaRPr>
          </a:p>
        </p:txBody>
      </p:sp>
      <p:cxnSp>
        <p:nvCxnSpPr>
          <p:cNvPr id="72" name=""/>
          <p:cNvCxnSpPr/>
          <p:nvPr/>
        </p:nvCxnSpPr>
        <p:spPr>
          <a:xfrm>
            <a:off x="2763684" y="3960495"/>
            <a:ext cx="8961117" cy="0"/>
          </a:xfrm>
          <a:prstGeom prst="line">
            <a:avLst/>
          </a:prstGeom>
          <a:noFill/>
          <a:ln w="25400" cap="flat" cmpd="sng" algn="ctr">
            <a:solidFill>
              <a:srgbClr val="dcdcdc">
                <a:alpha val="100000"/>
              </a:srgbClr>
            </a:solidFill>
            <a:prstDash val="solid"/>
          </a:ln>
          <a:effectLst/>
        </p:spPr>
      </p:cxnSp>
      <p:sp>
        <p:nvSpPr>
          <p:cNvPr id="73" name=""/>
          <p:cNvSpPr/>
          <p:nvPr/>
        </p:nvSpPr>
        <p:spPr>
          <a:xfrm>
            <a:off x="2763683" y="3692856"/>
            <a:ext cx="123955" cy="119049"/>
          </a:xfrm>
          <a:prstGeom prst="rect">
            <a:avLst/>
          </a:prstGeom>
          <a:solidFill>
            <a:srgbClr val="ffffff">
              <a:alpha val="100000"/>
            </a:srgbClr>
          </a:solidFill>
          <a:ln w="9525" cap="flat" cmpd="sng" algn="ctr">
            <a:solidFill>
              <a:srgbClr val="000000">
                <a:alpha val="100000"/>
              </a:srgbClr>
            </a:solidFill>
            <a:prstDash val="solid"/>
          </a:ln>
          <a:effectLst/>
        </p:spPr>
        <p:txBody>
          <a:bodyPr/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xmlns:mc="http://schemas.openxmlformats.org/markup-compatibility/2006" xmlns:hp="http://schemas.haansoft.com/office/presentation/8.0" kumimoji="0" sz="1800" b="0" i="0" u="none" strike="noStrike" kern="1200" cap="none" spc="0" normalizeH="0" baseline="0" mc:Ignorable="hp" hp:hslEmbossed="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74" name="Rounded Rectangle 4"/>
          <p:cNvSpPr/>
          <p:nvPr/>
        </p:nvSpPr>
        <p:spPr>
          <a:xfrm>
            <a:off x="10360901" y="5349521"/>
            <a:ext cx="1363898" cy="243020"/>
          </a:xfrm>
          <a:prstGeom prst="roundRect">
            <a:avLst>
              <a:gd name="adj" fmla="val 16667"/>
            </a:avLst>
          </a:prstGeom>
          <a:solidFill>
            <a:srgbClr val="87cefa">
              <a:alpha val="100000"/>
            </a:srgbClr>
          </a:solidFill>
          <a:ln w="9525" cap="flat" cmpd="sng" algn="ctr">
            <a:solidFill>
              <a:srgbClr val="4a7ebb">
                <a:alpha val="100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4510"/>
              </a:srgbClr>
            </a:outerShdw>
          </a:effectLst>
        </p:spPr>
        <p:txBody>
          <a:bodyPr anchor="ctr"/>
          <a:p>
            <a:pPr marL="0" indent="0" algn="ctr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 sz="1400" b="1"/>
            </a:pPr>
            <a:r>
              <a:rPr xmlns:mc="http://schemas.openxmlformats.org/markup-compatibility/2006" xmlns:hp="http://schemas.haansoft.com/office/presentation/8.0" kumimoji="0" lang="ko-KR" altLang="en-US" sz="1200" b="1" i="0" u="none" strike="noStrike" kern="1200" cap="none" spc="0" normalizeH="0" baseline="0" mc:Ignorable="hp" hp:hslEmbossed="0">
                <a:solidFill>
                  <a:schemeClr val="tx1"/>
                </a:solidFill>
                <a:latin typeface="Calibri"/>
                <a:ea typeface="맑은 고딕"/>
                <a:cs typeface="맑은 고딕"/>
              </a:rPr>
              <a:t>선택 항목 주문</a:t>
            </a:r>
            <a:endParaRPr xmlns:mc="http://schemas.openxmlformats.org/markup-compatibility/2006" xmlns:hp="http://schemas.haansoft.com/office/presentation/8.0" kumimoji="0" lang="ko-KR" altLang="en-US" sz="1200" b="1" i="0" u="none" strike="noStrike" kern="1200" cap="none" spc="0" normalizeH="0" baseline="0" mc:Ignorable="hp" hp:hslEmbossed="0">
              <a:solidFill>
                <a:schemeClr val="tx1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75" name=""/>
          <p:cNvSpPr/>
          <p:nvPr/>
        </p:nvSpPr>
        <p:spPr>
          <a:xfrm>
            <a:off x="10276514" y="5976742"/>
            <a:ext cx="1912437" cy="881258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</p:spPr>
        <p:txBody>
          <a:bodyPr/>
          <a:p>
            <a:pPr marL="0" indent="0" algn="ctr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장바구니</a:t>
            </a:r>
            <a:endPara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12000160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2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014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sz="2400" b="1">
                <a:solidFill>
                  <a:srgbClr val="000000"/>
                </a:solidFill>
              </a:rPr>
              <a:t>00COM</a:t>
            </a:r>
            <a:endParaRPr sz="2400" b="1">
              <a:solidFill>
                <a:srgbClr val="000000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857999" y="182880"/>
            <a:ext cx="5053966" cy="30099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sz="1400" b="0">
                <a:solidFill>
                  <a:srgbClr val="000000"/>
                </a:solidFill>
              </a:rPr>
              <a:t>로그인   |   회원가입   |   장바구니   |   마이페이지   |   고객센터</a:t>
            </a:r>
            <a:endParaRPr sz="1400" b="0">
              <a:solidFill>
                <a:srgbClr val="000000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74319" y="1097280"/>
            <a:ext cx="626746" cy="33909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ko-KR" altLang="en-US" sz="1600" b="1">
                <a:solidFill>
                  <a:srgbClr val="000000"/>
                </a:solidFill>
              </a:rPr>
              <a:t>주문</a:t>
            </a:r>
            <a:endParaRPr lang="ko-KR" altLang="en-US" sz="1600" b="1">
              <a:solidFill>
                <a:srgbClr val="000000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74320" y="5760720"/>
            <a:ext cx="998220" cy="39052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sz="2000" b="1">
                <a:solidFill>
                  <a:srgbClr val="000000"/>
                </a:solidFill>
              </a:rPr>
              <a:t>00COM</a:t>
            </a:r>
            <a:endParaRPr sz="2000" b="1">
              <a:solidFill>
                <a:srgbClr val="000000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828800" y="5760720"/>
            <a:ext cx="4368165" cy="69532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sz="1000" b="0">
                <a:solidFill>
                  <a:srgbClr val="000000"/>
                </a:solidFill>
              </a:rPr>
              <a:t>대표 : 000  |  대표전화 : 0000-0000  |  사업자번호 : 00000000</a:t>
            </a:r>
            <a:endParaRPr sz="1000" b="0">
              <a:solidFill>
                <a:srgbClr val="000000"/>
              </a:solidFill>
            </a:endParaRPr>
          </a:p>
          <a:p>
            <a:pPr lvl="0">
              <a:defRPr/>
            </a:pPr>
            <a:r>
              <a:rPr sz="1000" b="0">
                <a:solidFill>
                  <a:srgbClr val="000000"/>
                </a:solidFill>
              </a:rPr>
              <a:t>주소 : 인천광역시 00구 00동 00 주식회사 00COM  |  FAX : 000-000-0000</a:t>
            </a:r>
            <a:endParaRPr sz="1000" b="0">
              <a:solidFill>
                <a:srgbClr val="000000"/>
              </a:solidFill>
            </a:endParaRPr>
          </a:p>
          <a:p>
            <a:pPr lvl="0">
              <a:defRPr/>
            </a:pPr>
            <a:r>
              <a:rPr sz="1000" b="0">
                <a:solidFill>
                  <a:srgbClr val="000000"/>
                </a:solidFill>
              </a:rPr>
              <a:t>개인정보보호 담당자 : 000  |  이메일 : 000@000.com</a:t>
            </a:r>
            <a:endParaRPr sz="1000" b="0">
              <a:solidFill>
                <a:srgbClr val="000000"/>
              </a:solidFill>
            </a:endParaRPr>
          </a:p>
          <a:p>
            <a:pPr lvl="0">
              <a:defRPr/>
            </a:pPr>
            <a:r>
              <a:rPr sz="1000" b="0">
                <a:solidFill>
                  <a:srgbClr val="000000"/>
                </a:solidFill>
              </a:rPr>
              <a:t>통신판매신고 : 제 0000호  |  개인정보보호배상책임보험 증권번호 00000-00</a:t>
            </a:r>
            <a:endParaRPr sz="1000" b="0">
              <a:solidFill>
                <a:srgbClr val="000000"/>
              </a:solidFill>
            </a:endParaRPr>
          </a:p>
        </p:txBody>
      </p:sp>
      <p:sp>
        <p:nvSpPr>
          <p:cNvPr id="61" name="Rounded Rectangle 4"/>
          <p:cNvSpPr/>
          <p:nvPr/>
        </p:nvSpPr>
        <p:spPr>
          <a:xfrm>
            <a:off x="2763684" y="1107457"/>
            <a:ext cx="8961118" cy="355582"/>
          </a:xfrm>
          <a:prstGeom prst="roundRect">
            <a:avLst>
              <a:gd name="adj" fmla="val 16667"/>
            </a:avLst>
          </a:prstGeom>
          <a:solidFill>
            <a:srgbClr val="dcdcdc">
              <a:alpha val="100000"/>
            </a:srgbClr>
          </a:solidFill>
          <a:ln w="9525" cap="flat" cmpd="sng" algn="ctr">
            <a:solidFill>
              <a:srgbClr val="4a7ebb">
                <a:alpha val="100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4510"/>
              </a:srgbClr>
            </a:outerShdw>
          </a:effectLst>
        </p:spPr>
        <p:txBody>
          <a:bodyPr anchor="ctr"/>
          <a:p>
            <a:pPr marL="0" indent="0" algn="ctr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 sz="1400" b="1"/>
            </a:pPr>
            <a:r>
              <a:rPr xmlns:mc="http://schemas.openxmlformats.org/markup-compatibility/2006" xmlns:hp="http://schemas.haansoft.com/office/presentation/8.0" kumimoji="0" lang="ko-KR" altLang="en-US" sz="1400" b="1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배송지 정보 입력</a:t>
            </a:r>
            <a:endParaRPr xmlns:mc="http://schemas.openxmlformats.org/markup-compatibility/2006" xmlns:hp="http://schemas.haansoft.com/office/presentation/8.0" kumimoji="0" lang="ko-KR" altLang="en-US" sz="1400" b="1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63" name=""/>
          <p:cNvSpPr/>
          <p:nvPr/>
        </p:nvSpPr>
        <p:spPr>
          <a:xfrm>
            <a:off x="2763684" y="1557674"/>
            <a:ext cx="2676563" cy="382905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/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1200" b="0" i="0" u="none" strike="noStrike" kern="1200" cap="none" spc="0" normalizeH="0" baseline="0" mc:Ignorable="hp" hp:hslEmbossed="0">
                <a:solidFill>
                  <a:srgbClr val="000000"/>
                </a:solidFill>
                <a:effectLst/>
                <a:latin typeface="Calibri"/>
                <a:ea typeface="맑은 고딕"/>
                <a:cs typeface="Calibri"/>
              </a:rPr>
              <a:t>[AMD] 5세대 라</a:t>
            </a:r>
            <a:r>
              <a:rPr xmlns:mc="http://schemas.openxmlformats.org/markup-compatibility/2006" xmlns:hp="http://schemas.haansoft.com/office/presentation/8.0" kumimoji="0" lang="ko-KR" altLang="en-US" sz="1200" b="0" i="0" u="none" strike="noStrike" kern="1200" cap="none" spc="0" normalizeH="0" baseline="0" mc:Ignorable="hp" hp:hslEmbossed="0">
                <a:solidFill>
                  <a:srgbClr val="000000"/>
                </a:solidFill>
                <a:effectLst/>
                <a:latin typeface="Calibri"/>
                <a:ea typeface="맑은 고딕"/>
                <a:cs typeface="맑은 고딕"/>
              </a:rPr>
              <a:t>이</a:t>
            </a:r>
            <a:r>
              <a:rPr xmlns:mc="http://schemas.openxmlformats.org/markup-compatibility/2006" xmlns:hp="http://schemas.haansoft.com/office/presentation/8.0" kumimoji="0" lang="en-US" altLang="ko-KR" sz="1200" b="0" i="0" u="none" strike="noStrike" kern="1200" cap="none" spc="0" normalizeH="0" baseline="0" mc:Ignorable="hp" hp:hslEmbossed="0">
                <a:solidFill>
                  <a:srgbClr val="000000"/>
                </a:solidFill>
                <a:effectLst/>
                <a:latin typeface="Calibri"/>
                <a:ea typeface="맑은 고딕"/>
                <a:cs typeface="Calibri"/>
              </a:rPr>
              <a:t>젠7 7800X3D</a:t>
            </a:r>
            <a:r>
              <a:rPr xmlns:mc="http://schemas.openxmlformats.org/markup-compatibility/2006" xmlns:hp="http://schemas.haansoft.com/office/presentation/8.0" kumimoji="0" lang="ko-KR" altLang="en-US" sz="1200" b="0" i="0" u="none" strike="noStrike" kern="1200" cap="none" spc="0" normalizeH="0" baseline="0" mc:Ignorable="hp" hp:hslEmbossed="0">
                <a:solidFill>
                  <a:srgbClr val="000000"/>
                </a:solidFill>
                <a:effectLst/>
                <a:latin typeface="Calibri"/>
                <a:ea typeface="맑은 고딕"/>
                <a:cs typeface="맑은 고딕"/>
              </a:rPr>
              <a:t> 외 </a:t>
            </a:r>
            <a:r>
              <a:rPr xmlns:mc="http://schemas.openxmlformats.org/markup-compatibility/2006" xmlns:hp="http://schemas.haansoft.com/office/presentation/8.0" kumimoji="0" lang="en-US" altLang="ko-KR" sz="1200" b="0" i="0" u="none" strike="noStrike" kern="1200" cap="none" spc="0" normalizeH="0" baseline="0" mc:Ignorable="hp" hp:hslEmbossed="0">
                <a:solidFill>
                  <a:srgbClr val="000000"/>
                </a:solidFill>
                <a:effectLst/>
                <a:latin typeface="Calibri"/>
                <a:ea typeface="맑은 고딕"/>
                <a:cs typeface="맑은 고딕"/>
              </a:rPr>
              <a:t>1</a:t>
            </a:r>
            <a:r>
              <a:rPr xmlns:mc="http://schemas.openxmlformats.org/markup-compatibility/2006" xmlns:hp="http://schemas.haansoft.com/office/presentation/8.0" kumimoji="0" lang="ko-KR" altLang="en-US" sz="1200" b="0" i="0" u="none" strike="noStrike" kern="1200" cap="none" spc="0" normalizeH="0" baseline="0" mc:Ignorable="hp" hp:hslEmbossed="0">
                <a:solidFill>
                  <a:srgbClr val="000000"/>
                </a:solidFill>
                <a:effectLst/>
                <a:latin typeface="Calibri"/>
                <a:ea typeface="맑은 고딕"/>
                <a:cs typeface="맑은 고딕"/>
              </a:rPr>
              <a:t>개</a:t>
            </a:r>
            <a:endParaRPr xmlns:mc="http://schemas.openxmlformats.org/markup-compatibility/2006" xmlns:hp="http://schemas.haansoft.com/office/presentation/8.0" kumimoji="0" lang="ko-KR" altLang="en-US" sz="1200" b="0" i="0" u="none" strike="noStrike" kern="1200" cap="none" spc="0" normalizeH="0" baseline="0" mc:Ignorable="hp" hp:hslEmbossed="0">
              <a:solidFill>
                <a:srgbClr val="000000"/>
              </a:solidFill>
              <a:effectLst/>
              <a:latin typeface="Calibri"/>
              <a:ea typeface="맑은 고딕"/>
              <a:cs typeface="맑은 고딕"/>
            </a:endParaRPr>
          </a:p>
        </p:txBody>
      </p:sp>
      <p:cxnSp>
        <p:nvCxnSpPr>
          <p:cNvPr id="65" name=""/>
          <p:cNvCxnSpPr/>
          <p:nvPr/>
        </p:nvCxnSpPr>
        <p:spPr>
          <a:xfrm>
            <a:off x="2763685" y="2094884"/>
            <a:ext cx="8961117" cy="0"/>
          </a:xfrm>
          <a:prstGeom prst="line">
            <a:avLst/>
          </a:prstGeom>
          <a:noFill/>
          <a:ln w="25400" cap="flat" cmpd="sng" algn="ctr">
            <a:solidFill>
              <a:srgbClr val="dcdcdc">
                <a:alpha val="100000"/>
              </a:srgbClr>
            </a:solidFill>
            <a:prstDash val="solid"/>
          </a:ln>
          <a:effectLst/>
        </p:spPr>
      </p:cxnSp>
      <p:sp>
        <p:nvSpPr>
          <p:cNvPr id="75" name=""/>
          <p:cNvSpPr/>
          <p:nvPr/>
        </p:nvSpPr>
        <p:spPr>
          <a:xfrm>
            <a:off x="4154010" y="1797704"/>
            <a:ext cx="7570792" cy="382905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/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200" b="0" i="0" u="none" strike="noStrike" kern="1200" cap="none" spc="0" normalizeH="0" baseline="0" mc:Ignorable="hp" hp:hslEmbossed="0">
                <a:solidFill>
                  <a:srgbClr val="000000"/>
                </a:solidFill>
                <a:effectLst/>
                <a:latin typeface="Calibri"/>
                <a:ea typeface="맑은 고딕"/>
                <a:cs typeface="Calibri"/>
              </a:rPr>
              <a:t>총 </a:t>
            </a:r>
            <a:r>
              <a:rPr xmlns:mc="http://schemas.openxmlformats.org/markup-compatibility/2006" xmlns:hp="http://schemas.haansoft.com/office/presentation/8.0" kumimoji="0" lang="en-US" altLang="ko-KR" sz="1200" b="0" i="0" u="none" strike="noStrike" kern="1200" cap="none" spc="0" normalizeH="0" baseline="0" mc:Ignorable="hp" hp:hslEmbossed="0">
                <a:solidFill>
                  <a:srgbClr val="000000"/>
                </a:solidFill>
                <a:effectLst/>
                <a:latin typeface="Calibri"/>
                <a:ea typeface="맑은 고딕"/>
                <a:cs typeface="Calibri"/>
              </a:rPr>
              <a:t>2</a:t>
            </a:r>
            <a:r>
              <a:rPr xmlns:mc="http://schemas.openxmlformats.org/markup-compatibility/2006" xmlns:hp="http://schemas.haansoft.com/office/presentation/8.0" kumimoji="0" lang="ko-KR" altLang="en-US" sz="1200" b="0" i="0" u="none" strike="noStrike" kern="1200" cap="none" spc="0" normalizeH="0" baseline="0" mc:Ignorable="hp" hp:hslEmbossed="0">
                <a:solidFill>
                  <a:srgbClr val="000000"/>
                </a:solidFill>
                <a:effectLst/>
                <a:latin typeface="Calibri"/>
                <a:ea typeface="맑은 고딕"/>
                <a:cs typeface="Calibri"/>
              </a:rPr>
              <a:t> 개								</a:t>
            </a:r>
            <a:r>
              <a:rPr xmlns:mc="http://schemas.openxmlformats.org/markup-compatibility/2006" xmlns:hp="http://schemas.haansoft.com/office/presentation/8.0" kumimoji="0" lang="ko-KR" altLang="en-US" sz="1200" b="0" i="0" u="none" strike="noStrike" kern="1200" cap="none" spc="0" normalizeH="0" baseline="0" mc:Ignorable="hp" hp:hslEmbossed="0">
                <a:solidFill>
                  <a:srgbClr val="000000"/>
                </a:solidFill>
                <a:effectLst/>
                <a:latin typeface="Calibri"/>
                <a:ea typeface="맑은 고딕"/>
                <a:cs typeface="맑은 고딕"/>
              </a:rPr>
              <a:t>						</a:t>
            </a:r>
            <a:r>
              <a:rPr xmlns:mc="http://schemas.openxmlformats.org/markup-compatibility/2006" xmlns:hp="http://schemas.haansoft.com/office/presentation/8.0" kumimoji="0" lang="ko-KR" altLang="en-US" sz="1200" b="0" i="0" u="none" strike="noStrike" kern="1200" cap="none" spc="0" normalizeH="0" baseline="0" mc:Ignorable="hp" hp:hslEmbossed="0">
                <a:solidFill>
                  <a:srgbClr val="000000"/>
                </a:solidFill>
                <a:effectLst/>
                <a:latin typeface="Calibri"/>
                <a:ea typeface="맑은 고딕"/>
                <a:cs typeface="Calibri"/>
              </a:rPr>
              <a:t>합계 </a:t>
            </a:r>
            <a:r>
              <a:rPr xmlns:mc="http://schemas.openxmlformats.org/markup-compatibility/2006" xmlns:hp="http://schemas.haansoft.com/office/presentation/8.0" kumimoji="0" lang="en-US" altLang="ko-KR" sz="1200" b="0" i="0" u="none" strike="noStrike" kern="1200" cap="none" spc="0" normalizeH="0" baseline="0" mc:Ignorable="hp" hp:hslEmbossed="0">
                <a:solidFill>
                  <a:srgbClr val="000000"/>
                </a:solidFill>
                <a:effectLst/>
                <a:latin typeface="Calibri"/>
                <a:ea typeface="맑은 고딕"/>
                <a:cs typeface="Calibri"/>
              </a:rPr>
              <a:t>1,222,100</a:t>
            </a:r>
            <a:endParaRPr xmlns:mc="http://schemas.openxmlformats.org/markup-compatibility/2006" xmlns:hp="http://schemas.haansoft.com/office/presentation/8.0" kumimoji="0" lang="en-US" altLang="ko-KR" sz="1200" b="0" i="0" u="none" strike="noStrike" kern="1200" cap="none" spc="0" normalizeH="0" baseline="0" mc:Ignorable="hp" hp:hslEmbossed="0">
              <a:solidFill>
                <a:srgbClr val="000000"/>
              </a:solidFill>
              <a:effectLst/>
              <a:latin typeface="Calibri"/>
              <a:ea typeface="맑은 고딕"/>
              <a:cs typeface="Calibri"/>
            </a:endParaRPr>
          </a:p>
        </p:txBody>
      </p:sp>
      <p:sp>
        <p:nvSpPr>
          <p:cNvPr id="78" name="Rectangle 6"/>
          <p:cNvSpPr/>
          <p:nvPr/>
        </p:nvSpPr>
        <p:spPr>
          <a:xfrm>
            <a:off x="2763685" y="2533573"/>
            <a:ext cx="3990626" cy="2767104"/>
          </a:xfrm>
          <a:prstGeom prst="rect">
            <a:avLst/>
          </a:prstGeom>
          <a:solidFill>
            <a:srgbClr val="ffffff"/>
          </a:solidFill>
          <a:ln w="63500" cap="flat" cmpd="sng" algn="ctr">
            <a:solidFill>
              <a:srgbClr val="87cefa">
                <a:alpha val="100000"/>
              </a:srgbClr>
            </a:solidFill>
            <a:prstDash val="solid"/>
          </a:ln>
          <a:effectLst/>
        </p:spPr>
        <p:txBody>
          <a:bodyPr anchor="ctr"/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</a:defRPr>
            </a:pPr>
            <a:r>
              <a:rPr xmlns:mc="http://schemas.openxmlformats.org/markup-compatibility/2006" xmlns:hp="http://schemas.haansoft.com/office/presentation/8.0" kumimoji="0" lang="ko-KR" altLang="en-US" sz="12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성함 </a:t>
            </a:r>
            <a:r>
              <a:rPr xmlns:mc="http://schemas.openxmlformats.org/markup-compatibility/2006" xmlns:hp="http://schemas.haansoft.com/office/presentation/8.0" kumimoji="0" lang="en-US" altLang="ko-KR" sz="12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*</a:t>
            </a:r>
            <a:r>
              <a:rPr xmlns:mc="http://schemas.openxmlformats.org/markup-compatibility/2006" xmlns:hp="http://schemas.haansoft.com/office/presentation/8.0" kumimoji="0" lang="ko-KR" altLang="en-US" sz="12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		</a:t>
            </a:r>
            <a:endParaRPr xmlns:mc="http://schemas.openxmlformats.org/markup-compatibility/2006" xmlns:hp="http://schemas.haansoft.com/office/presentation/8.0" kumimoji="0" lang="ko-KR" altLang="en-US" sz="12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</a:defRPr>
            </a:pPr>
            <a:r>
              <a:rPr xmlns:mc="http://schemas.openxmlformats.org/markup-compatibility/2006" xmlns:hp="http://schemas.haansoft.com/office/presentation/8.0" kumimoji="0" lang="ko-KR" altLang="en-US" sz="12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 </a:t>
            </a:r>
            <a:endParaRPr xmlns:mc="http://schemas.openxmlformats.org/markup-compatibility/2006" xmlns:hp="http://schemas.haansoft.com/office/presentation/8.0" kumimoji="0" lang="ko-KR" altLang="en-US" sz="12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</a:defRPr>
            </a:pPr>
            <a:r>
              <a:rPr xmlns:mc="http://schemas.openxmlformats.org/markup-compatibility/2006" xmlns:hp="http://schemas.haansoft.com/office/presentation/8.0" kumimoji="0" lang="ko-KR" altLang="en-US" sz="12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이메일</a:t>
            </a:r>
            <a:endParaRPr xmlns:mc="http://schemas.openxmlformats.org/markup-compatibility/2006" xmlns:hp="http://schemas.haansoft.com/office/presentation/8.0" kumimoji="0" lang="ko-KR" altLang="en-US" sz="12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</a:defRPr>
            </a:pPr>
            <a:endParaRPr xmlns:mc="http://schemas.openxmlformats.org/markup-compatibility/2006" xmlns:hp="http://schemas.haansoft.com/office/presentation/8.0" kumimoji="0" lang="ko-KR" altLang="en-US" sz="12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</a:defRPr>
            </a:pPr>
            <a:r>
              <a:rPr xmlns:mc="http://schemas.openxmlformats.org/markup-compatibility/2006" xmlns:hp="http://schemas.haansoft.com/office/presentation/8.0" kumimoji="0" lang="ko-KR" altLang="en-US" sz="12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연락처 *	</a:t>
            </a:r>
            <a:endParaRPr xmlns:mc="http://schemas.openxmlformats.org/markup-compatibility/2006" xmlns:hp="http://schemas.haansoft.com/office/presentation/8.0" kumimoji="0" lang="ko-KR" altLang="en-US" sz="12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</a:defRPr>
            </a:pPr>
            <a:endParaRPr xmlns:mc="http://schemas.openxmlformats.org/markup-compatibility/2006" xmlns:hp="http://schemas.haansoft.com/office/presentation/8.0" kumimoji="0" lang="ko-KR" altLang="en-US" sz="12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</a:defRPr>
            </a:pPr>
            <a:r>
              <a:rPr xmlns:mc="http://schemas.openxmlformats.org/markup-compatibility/2006" xmlns:hp="http://schemas.haansoft.com/office/presentation/8.0" kumimoji="0" lang="ko-KR" altLang="en-US" sz="12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이름</a:t>
            </a:r>
            <a:endParaRPr xmlns:mc="http://schemas.openxmlformats.org/markup-compatibility/2006" xmlns:hp="http://schemas.haansoft.com/office/presentation/8.0" kumimoji="0" lang="ko-KR" altLang="en-US" sz="12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</a:defRPr>
            </a:pPr>
            <a:endParaRPr xmlns:mc="http://schemas.openxmlformats.org/markup-compatibility/2006" xmlns:hp="http://schemas.haansoft.com/office/presentation/8.0" kumimoji="0" lang="ko-KR" altLang="en-US" sz="12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</a:defRPr>
            </a:pPr>
            <a:r>
              <a:rPr xmlns:mc="http://schemas.openxmlformats.org/markup-compatibility/2006" xmlns:hp="http://schemas.haansoft.com/office/presentation/8.0" kumimoji="0" lang="ko-KR" altLang="en-US" sz="12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E-mail	</a:t>
            </a:r>
            <a:endParaRPr xmlns:mc="http://schemas.openxmlformats.org/markup-compatibility/2006" xmlns:hp="http://schemas.haansoft.com/office/presentation/8.0" kumimoji="0" lang="ko-KR" altLang="en-US" sz="12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</a:defRPr>
            </a:pPr>
            <a:endParaRPr xmlns:mc="http://schemas.openxmlformats.org/markup-compatibility/2006" xmlns:hp="http://schemas.haansoft.com/office/presentation/8.0" kumimoji="0" lang="ko-KR" altLang="en-US" sz="12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</a:defRPr>
            </a:pPr>
            <a:r>
              <a:rPr xmlns:mc="http://schemas.openxmlformats.org/markup-compatibility/2006" xmlns:hp="http://schemas.haansoft.com/office/presentation/8.0" kumimoji="0" lang="ko-KR" altLang="en-US" sz="12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주소 *</a:t>
            </a:r>
            <a:r>
              <a:rPr xmlns:mc="http://schemas.openxmlformats.org/markup-compatibility/2006" xmlns:hp="http://schemas.haansoft.com/office/presentation/8.0" kumimoji="0" lang="ko-KR" altLang="en-US" sz="10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	</a:t>
            </a:r>
            <a:endParaRPr xmlns:mc="http://schemas.openxmlformats.org/markup-compatibility/2006" xmlns:hp="http://schemas.haansoft.com/office/presentation/8.0" kumimoji="0" lang="ko-KR" altLang="en-US" sz="10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79" name=""/>
          <p:cNvSpPr/>
          <p:nvPr/>
        </p:nvSpPr>
        <p:spPr>
          <a:xfrm>
            <a:off x="3824639" y="2878638"/>
            <a:ext cx="823632" cy="182671"/>
          </a:xfrm>
          <a:prstGeom prst="rect">
            <a:avLst/>
          </a:prstGeom>
          <a:solidFill>
            <a:srgbClr val="ffffff">
              <a:alpha val="100000"/>
            </a:srgbClr>
          </a:solidFill>
          <a:ln w="9525" cap="flat" cmpd="sng" algn="ctr">
            <a:solidFill>
              <a:srgbClr val="000000">
                <a:alpha val="100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/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xmlns:mc="http://schemas.openxmlformats.org/markup-compatibility/2006" xmlns:hp="http://schemas.haansoft.com/office/presentation/8.0" kumimoji="0" sz="1800" b="0" i="0" u="none" strike="noStrike" kern="1200" cap="none" spc="0" normalizeH="0" baseline="0" mc:Ignorable="hp" hp:hslEmbossed="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80" name=""/>
          <p:cNvSpPr/>
          <p:nvPr/>
        </p:nvSpPr>
        <p:spPr>
          <a:xfrm>
            <a:off x="3833111" y="3246329"/>
            <a:ext cx="818883" cy="182671"/>
          </a:xfrm>
          <a:prstGeom prst="rect">
            <a:avLst/>
          </a:prstGeom>
          <a:solidFill>
            <a:srgbClr val="ffffff">
              <a:alpha val="100000"/>
            </a:srgbClr>
          </a:solidFill>
          <a:ln w="9525" cap="flat" cmpd="sng" algn="ctr">
            <a:solidFill>
              <a:srgbClr val="000000">
                <a:alpha val="100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4510"/>
              </a:srgbClr>
            </a:outerShdw>
          </a:effectLst>
        </p:spPr>
        <p:txBody>
          <a:bodyPr/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xmlns:mc="http://schemas.openxmlformats.org/markup-compatibility/2006" xmlns:hp="http://schemas.haansoft.com/office/presentation/8.0" kumimoji="0" sz="1800" b="0" i="0" u="none" strike="noStrike" kern="1200" cap="none" spc="0" normalizeH="0" baseline="0" mc:Ignorable="hp" hp:hslEmbossed="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81" name=""/>
          <p:cNvSpPr/>
          <p:nvPr/>
        </p:nvSpPr>
        <p:spPr>
          <a:xfrm>
            <a:off x="3824639" y="3628895"/>
            <a:ext cx="823632" cy="182671"/>
          </a:xfrm>
          <a:prstGeom prst="rect">
            <a:avLst/>
          </a:prstGeom>
          <a:solidFill>
            <a:srgbClr val="ffffff">
              <a:alpha val="100000"/>
            </a:srgbClr>
          </a:solidFill>
          <a:ln w="9525" cap="flat" cmpd="sng" algn="ctr">
            <a:solidFill>
              <a:srgbClr val="000000">
                <a:alpha val="100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4510"/>
              </a:srgbClr>
            </a:outerShdw>
          </a:effectLst>
        </p:spPr>
        <p:txBody>
          <a:bodyPr/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xmlns:mc="http://schemas.openxmlformats.org/markup-compatibility/2006" xmlns:hp="http://schemas.haansoft.com/office/presentation/8.0" kumimoji="0" sz="1800" b="0" i="0" u="none" strike="noStrike" kern="1200" cap="none" spc="0" normalizeH="0" baseline="0" mc:Ignorable="hp" hp:hslEmbossed="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82" name=""/>
          <p:cNvSpPr/>
          <p:nvPr/>
        </p:nvSpPr>
        <p:spPr>
          <a:xfrm>
            <a:off x="3824639" y="4006764"/>
            <a:ext cx="823632" cy="182671"/>
          </a:xfrm>
          <a:prstGeom prst="rect">
            <a:avLst/>
          </a:prstGeom>
          <a:solidFill>
            <a:srgbClr val="ffffff">
              <a:alpha val="100000"/>
            </a:srgbClr>
          </a:solidFill>
          <a:ln w="9525" cap="flat" cmpd="sng" algn="ctr">
            <a:solidFill>
              <a:srgbClr val="000000">
                <a:alpha val="100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4510"/>
              </a:srgbClr>
            </a:outerShdw>
          </a:effectLst>
        </p:spPr>
        <p:txBody>
          <a:bodyPr/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xmlns:mc="http://schemas.openxmlformats.org/markup-compatibility/2006" xmlns:hp="http://schemas.haansoft.com/office/presentation/8.0" kumimoji="0" sz="1800" b="0" i="0" u="none" strike="noStrike" kern="1200" cap="none" spc="0" normalizeH="0" baseline="0" mc:Ignorable="hp" hp:hslEmbossed="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83" name=""/>
          <p:cNvSpPr/>
          <p:nvPr/>
        </p:nvSpPr>
        <p:spPr>
          <a:xfrm>
            <a:off x="3824639" y="4374976"/>
            <a:ext cx="823632" cy="182671"/>
          </a:xfrm>
          <a:prstGeom prst="rect">
            <a:avLst/>
          </a:prstGeom>
          <a:solidFill>
            <a:srgbClr val="ffffff">
              <a:alpha val="100000"/>
            </a:srgbClr>
          </a:solidFill>
          <a:ln w="9525" cap="flat" cmpd="sng" algn="ctr">
            <a:solidFill>
              <a:srgbClr val="000000">
                <a:alpha val="100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4510"/>
              </a:srgbClr>
            </a:outerShdw>
          </a:effectLst>
        </p:spPr>
        <p:txBody>
          <a:bodyPr/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xmlns:mc="http://schemas.openxmlformats.org/markup-compatibility/2006" xmlns:hp="http://schemas.haansoft.com/office/presentation/8.0" kumimoji="0" sz="1800" b="0" i="0" u="none" strike="noStrike" kern="1200" cap="none" spc="0" normalizeH="0" baseline="0" mc:Ignorable="hp" hp:hslEmbossed="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85" name=""/>
          <p:cNvSpPr/>
          <p:nvPr/>
        </p:nvSpPr>
        <p:spPr>
          <a:xfrm>
            <a:off x="3833111" y="4724923"/>
            <a:ext cx="1941152" cy="182671"/>
          </a:xfrm>
          <a:prstGeom prst="rect">
            <a:avLst/>
          </a:prstGeom>
          <a:solidFill>
            <a:srgbClr val="ffffff">
              <a:alpha val="100000"/>
            </a:srgbClr>
          </a:solidFill>
          <a:ln w="9525" cap="flat" cmpd="sng" algn="ctr">
            <a:solidFill>
              <a:srgbClr val="000000">
                <a:alpha val="100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4510"/>
              </a:srgbClr>
            </a:outerShdw>
          </a:effectLst>
        </p:spPr>
        <p:txBody>
          <a:bodyPr/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xmlns:mc="http://schemas.openxmlformats.org/markup-compatibility/2006" xmlns:hp="http://schemas.haansoft.com/office/presentation/8.0" kumimoji="0" sz="1800" b="0" i="0" u="none" strike="noStrike" kern="1200" cap="none" spc="0" normalizeH="0" baseline="0" mc:Ignorable="hp" hp:hslEmbossed="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87" name="Rectangle 5"/>
          <p:cNvSpPr/>
          <p:nvPr/>
        </p:nvSpPr>
        <p:spPr>
          <a:xfrm>
            <a:off x="5888367" y="4705924"/>
            <a:ext cx="733648" cy="201670"/>
          </a:xfrm>
          <a:prstGeom prst="rect">
            <a:avLst/>
          </a:prstGeom>
          <a:solidFill>
            <a:srgbClr val="dcdcdc">
              <a:alpha val="100000"/>
            </a:srgbClr>
          </a:solidFill>
          <a:ln w="9525" cap="flat" cmpd="sng" algn="ctr">
            <a:solidFill>
              <a:srgbClr val="4a7ebb">
                <a:alpha val="100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anchor="ctr"/>
          <a:p>
            <a:pPr marL="0" indent="0" algn="ctr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</a:defRPr>
            </a:pPr>
            <a:r>
              <a:rPr xmlns:mc="http://schemas.openxmlformats.org/markup-compatibility/2006" xmlns:hp="http://schemas.haansoft.com/office/presentation/8.0" kumimoji="0" lang="ko-KR" altLang="en-US" sz="10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우편검색</a:t>
            </a:r>
            <a:endParaRPr xmlns:mc="http://schemas.openxmlformats.org/markup-compatibility/2006" xmlns:hp="http://schemas.haansoft.com/office/presentation/8.0" kumimoji="0" lang="ko-KR" altLang="en-US" sz="10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88" name=""/>
          <p:cNvSpPr/>
          <p:nvPr/>
        </p:nvSpPr>
        <p:spPr>
          <a:xfrm>
            <a:off x="4268976" y="2410960"/>
            <a:ext cx="758592" cy="245225"/>
          </a:xfrm>
          <a:prstGeom prst="rect">
            <a:avLst/>
          </a:prstGeom>
          <a:solidFill>
            <a:srgbClr val="ffffff"/>
          </a:solidFill>
          <a:ln w="38100">
            <a:solidFill>
              <a:srgbClr val="87ce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r>
              <a:rPr lang="ko-KR" altLang="en-US" sz="1500">
                <a:solidFill>
                  <a:schemeClr val="dk1"/>
                </a:solidFill>
              </a:rPr>
              <a:t>구매자</a:t>
            </a:r>
            <a:endParaRPr lang="ko-KR" altLang="en-US" sz="1500">
              <a:solidFill>
                <a:schemeClr val="dk1"/>
              </a:solidFill>
            </a:endParaRPr>
          </a:p>
        </p:txBody>
      </p:sp>
      <p:sp>
        <p:nvSpPr>
          <p:cNvPr id="89" name="Rectangle 6"/>
          <p:cNvSpPr/>
          <p:nvPr/>
        </p:nvSpPr>
        <p:spPr>
          <a:xfrm>
            <a:off x="7734173" y="2533522"/>
            <a:ext cx="3990626" cy="2767104"/>
          </a:xfrm>
          <a:prstGeom prst="rect">
            <a:avLst/>
          </a:prstGeom>
          <a:solidFill>
            <a:srgbClr val="ffffff">
              <a:alpha val="100000"/>
            </a:srgbClr>
          </a:solidFill>
          <a:ln w="63500" cap="flat" cmpd="sng" algn="ctr">
            <a:solidFill>
              <a:srgbClr val="87cefa">
                <a:alpha val="100000"/>
              </a:srgbClr>
            </a:solidFill>
            <a:prstDash val="solid"/>
          </a:ln>
          <a:effectLst/>
        </p:spPr>
        <p:txBody>
          <a:bodyPr anchor="ctr"/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</a:defRPr>
            </a:pPr>
            <a:r>
              <a:rPr xmlns:mc="http://schemas.openxmlformats.org/markup-compatibility/2006" xmlns:hp="http://schemas.haansoft.com/office/presentation/8.0" kumimoji="0" lang="ko-KR" altLang="en-US" sz="12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성함 </a:t>
            </a:r>
            <a:r>
              <a:rPr xmlns:mc="http://schemas.openxmlformats.org/markup-compatibility/2006" xmlns:hp="http://schemas.haansoft.com/office/presentation/8.0" kumimoji="0" lang="en-US" altLang="ko-KR" sz="12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*</a:t>
            </a:r>
            <a:r>
              <a:rPr xmlns:mc="http://schemas.openxmlformats.org/markup-compatibility/2006" xmlns:hp="http://schemas.haansoft.com/office/presentation/8.0" kumimoji="0" lang="ko-KR" altLang="en-US" sz="12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		</a:t>
            </a:r>
            <a:endParaRPr xmlns:mc="http://schemas.openxmlformats.org/markup-compatibility/2006" xmlns:hp="http://schemas.haansoft.com/office/presentation/8.0" kumimoji="0" lang="ko-KR" altLang="en-US" sz="12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</a:defRPr>
            </a:pPr>
            <a:r>
              <a:rPr xmlns:mc="http://schemas.openxmlformats.org/markup-compatibility/2006" xmlns:hp="http://schemas.haansoft.com/office/presentation/8.0" kumimoji="0" lang="ko-KR" altLang="en-US" sz="12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 </a:t>
            </a:r>
            <a:endParaRPr xmlns:mc="http://schemas.openxmlformats.org/markup-compatibility/2006" xmlns:hp="http://schemas.haansoft.com/office/presentation/8.0" kumimoji="0" lang="ko-KR" altLang="en-US" sz="12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</a:defRPr>
            </a:pPr>
            <a:r>
              <a:rPr xmlns:mc="http://schemas.openxmlformats.org/markup-compatibility/2006" xmlns:hp="http://schemas.haansoft.com/office/presentation/8.0" kumimoji="0" lang="ko-KR" altLang="en-US" sz="12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이메일</a:t>
            </a:r>
            <a:endParaRPr xmlns:mc="http://schemas.openxmlformats.org/markup-compatibility/2006" xmlns:hp="http://schemas.haansoft.com/office/presentation/8.0" kumimoji="0" lang="ko-KR" altLang="en-US" sz="12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</a:defRPr>
            </a:pPr>
            <a:endParaRPr xmlns:mc="http://schemas.openxmlformats.org/markup-compatibility/2006" xmlns:hp="http://schemas.haansoft.com/office/presentation/8.0" kumimoji="0" lang="ko-KR" altLang="en-US" sz="12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</a:defRPr>
            </a:pPr>
            <a:r>
              <a:rPr xmlns:mc="http://schemas.openxmlformats.org/markup-compatibility/2006" xmlns:hp="http://schemas.haansoft.com/office/presentation/8.0" kumimoji="0" lang="ko-KR" altLang="en-US" sz="12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연락처 *	</a:t>
            </a:r>
            <a:endParaRPr xmlns:mc="http://schemas.openxmlformats.org/markup-compatibility/2006" xmlns:hp="http://schemas.haansoft.com/office/presentation/8.0" kumimoji="0" lang="ko-KR" altLang="en-US" sz="12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</a:defRPr>
            </a:pPr>
            <a:endParaRPr xmlns:mc="http://schemas.openxmlformats.org/markup-compatibility/2006" xmlns:hp="http://schemas.haansoft.com/office/presentation/8.0" kumimoji="0" lang="ko-KR" altLang="en-US" sz="12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</a:defRPr>
            </a:pPr>
            <a:r>
              <a:rPr xmlns:mc="http://schemas.openxmlformats.org/markup-compatibility/2006" xmlns:hp="http://schemas.haansoft.com/office/presentation/8.0" kumimoji="0" lang="ko-KR" altLang="en-US" sz="12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이름</a:t>
            </a:r>
            <a:endParaRPr xmlns:mc="http://schemas.openxmlformats.org/markup-compatibility/2006" xmlns:hp="http://schemas.haansoft.com/office/presentation/8.0" kumimoji="0" lang="ko-KR" altLang="en-US" sz="12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</a:defRPr>
            </a:pPr>
            <a:endParaRPr xmlns:mc="http://schemas.openxmlformats.org/markup-compatibility/2006" xmlns:hp="http://schemas.haansoft.com/office/presentation/8.0" kumimoji="0" lang="ko-KR" altLang="en-US" sz="12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</a:defRPr>
            </a:pPr>
            <a:r>
              <a:rPr xmlns:mc="http://schemas.openxmlformats.org/markup-compatibility/2006" xmlns:hp="http://schemas.haansoft.com/office/presentation/8.0" kumimoji="0" lang="ko-KR" altLang="en-US" sz="12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E-mail	</a:t>
            </a:r>
            <a:endParaRPr xmlns:mc="http://schemas.openxmlformats.org/markup-compatibility/2006" xmlns:hp="http://schemas.haansoft.com/office/presentation/8.0" kumimoji="0" lang="ko-KR" altLang="en-US" sz="12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</a:defRPr>
            </a:pPr>
            <a:endParaRPr xmlns:mc="http://schemas.openxmlformats.org/markup-compatibility/2006" xmlns:hp="http://schemas.haansoft.com/office/presentation/8.0" kumimoji="0" lang="ko-KR" altLang="en-US" sz="12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</a:defRPr>
            </a:pPr>
            <a:r>
              <a:rPr xmlns:mc="http://schemas.openxmlformats.org/markup-compatibility/2006" xmlns:hp="http://schemas.haansoft.com/office/presentation/8.0" kumimoji="0" lang="ko-KR" altLang="en-US" sz="12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주소 *</a:t>
            </a:r>
            <a:r>
              <a:rPr xmlns:mc="http://schemas.openxmlformats.org/markup-compatibility/2006" xmlns:hp="http://schemas.haansoft.com/office/presentation/8.0" kumimoji="0" lang="ko-KR" altLang="en-US" sz="10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	</a:t>
            </a:r>
            <a:endParaRPr xmlns:mc="http://schemas.openxmlformats.org/markup-compatibility/2006" xmlns:hp="http://schemas.haansoft.com/office/presentation/8.0" kumimoji="0" lang="ko-KR" altLang="en-US" sz="10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90" name=""/>
          <p:cNvSpPr/>
          <p:nvPr/>
        </p:nvSpPr>
        <p:spPr>
          <a:xfrm>
            <a:off x="8795128" y="2878587"/>
            <a:ext cx="823632" cy="182671"/>
          </a:xfrm>
          <a:prstGeom prst="rect">
            <a:avLst/>
          </a:prstGeom>
          <a:solidFill>
            <a:srgbClr val="ffffff">
              <a:alpha val="100000"/>
            </a:srgbClr>
          </a:solidFill>
          <a:ln w="9525" cap="flat" cmpd="sng" algn="ctr">
            <a:solidFill>
              <a:srgbClr val="000000">
                <a:alpha val="100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/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xmlns:mc="http://schemas.openxmlformats.org/markup-compatibility/2006" xmlns:hp="http://schemas.haansoft.com/office/presentation/8.0" kumimoji="0" sz="1800" b="0" i="0" u="none" strike="noStrike" kern="1200" cap="none" spc="0" normalizeH="0" baseline="0" mc:Ignorable="hp" hp:hslEmbossed="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91" name=""/>
          <p:cNvSpPr/>
          <p:nvPr/>
        </p:nvSpPr>
        <p:spPr>
          <a:xfrm>
            <a:off x="8803600" y="3246278"/>
            <a:ext cx="818883" cy="182671"/>
          </a:xfrm>
          <a:prstGeom prst="rect">
            <a:avLst/>
          </a:prstGeom>
          <a:solidFill>
            <a:srgbClr val="ffffff">
              <a:alpha val="100000"/>
            </a:srgbClr>
          </a:solidFill>
          <a:ln w="9525" cap="flat" cmpd="sng" algn="ctr">
            <a:solidFill>
              <a:srgbClr val="000000">
                <a:alpha val="100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4510"/>
              </a:srgbClr>
            </a:outerShdw>
          </a:effectLst>
        </p:spPr>
        <p:txBody>
          <a:bodyPr/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xmlns:mc="http://schemas.openxmlformats.org/markup-compatibility/2006" xmlns:hp="http://schemas.haansoft.com/office/presentation/8.0" kumimoji="0" sz="1800" b="0" i="0" u="none" strike="noStrike" kern="1200" cap="none" spc="0" normalizeH="0" baseline="0" mc:Ignorable="hp" hp:hslEmbossed="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92" name=""/>
          <p:cNvSpPr/>
          <p:nvPr/>
        </p:nvSpPr>
        <p:spPr>
          <a:xfrm>
            <a:off x="8795128" y="3628844"/>
            <a:ext cx="823632" cy="182671"/>
          </a:xfrm>
          <a:prstGeom prst="rect">
            <a:avLst/>
          </a:prstGeom>
          <a:solidFill>
            <a:srgbClr val="ffffff">
              <a:alpha val="100000"/>
            </a:srgbClr>
          </a:solidFill>
          <a:ln w="9525" cap="flat" cmpd="sng" algn="ctr">
            <a:solidFill>
              <a:srgbClr val="000000">
                <a:alpha val="100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4510"/>
              </a:srgbClr>
            </a:outerShdw>
          </a:effectLst>
        </p:spPr>
        <p:txBody>
          <a:bodyPr/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xmlns:mc="http://schemas.openxmlformats.org/markup-compatibility/2006" xmlns:hp="http://schemas.haansoft.com/office/presentation/8.0" kumimoji="0" sz="1800" b="0" i="0" u="none" strike="noStrike" kern="1200" cap="none" spc="0" normalizeH="0" baseline="0" mc:Ignorable="hp" hp:hslEmbossed="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93" name=""/>
          <p:cNvSpPr/>
          <p:nvPr/>
        </p:nvSpPr>
        <p:spPr>
          <a:xfrm>
            <a:off x="8795128" y="4006713"/>
            <a:ext cx="823632" cy="182671"/>
          </a:xfrm>
          <a:prstGeom prst="rect">
            <a:avLst/>
          </a:prstGeom>
          <a:solidFill>
            <a:srgbClr val="ffffff">
              <a:alpha val="100000"/>
            </a:srgbClr>
          </a:solidFill>
          <a:ln w="9525" cap="flat" cmpd="sng" algn="ctr">
            <a:solidFill>
              <a:srgbClr val="000000">
                <a:alpha val="100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4510"/>
              </a:srgbClr>
            </a:outerShdw>
          </a:effectLst>
        </p:spPr>
        <p:txBody>
          <a:bodyPr/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xmlns:mc="http://schemas.openxmlformats.org/markup-compatibility/2006" xmlns:hp="http://schemas.haansoft.com/office/presentation/8.0" kumimoji="0" sz="1800" b="0" i="0" u="none" strike="noStrike" kern="1200" cap="none" spc="0" normalizeH="0" baseline="0" mc:Ignorable="hp" hp:hslEmbossed="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94" name=""/>
          <p:cNvSpPr/>
          <p:nvPr/>
        </p:nvSpPr>
        <p:spPr>
          <a:xfrm>
            <a:off x="8795128" y="4374925"/>
            <a:ext cx="823632" cy="182671"/>
          </a:xfrm>
          <a:prstGeom prst="rect">
            <a:avLst/>
          </a:prstGeom>
          <a:solidFill>
            <a:srgbClr val="ffffff">
              <a:alpha val="100000"/>
            </a:srgbClr>
          </a:solidFill>
          <a:ln w="9525" cap="flat" cmpd="sng" algn="ctr">
            <a:solidFill>
              <a:srgbClr val="000000">
                <a:alpha val="100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4510"/>
              </a:srgbClr>
            </a:outerShdw>
          </a:effectLst>
        </p:spPr>
        <p:txBody>
          <a:bodyPr/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xmlns:mc="http://schemas.openxmlformats.org/markup-compatibility/2006" xmlns:hp="http://schemas.haansoft.com/office/presentation/8.0" kumimoji="0" sz="1800" b="0" i="0" u="none" strike="noStrike" kern="1200" cap="none" spc="0" normalizeH="0" baseline="0" mc:Ignorable="hp" hp:hslEmbossed="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95" name=""/>
          <p:cNvSpPr/>
          <p:nvPr/>
        </p:nvSpPr>
        <p:spPr>
          <a:xfrm>
            <a:off x="8803600" y="4724872"/>
            <a:ext cx="1941152" cy="182671"/>
          </a:xfrm>
          <a:prstGeom prst="rect">
            <a:avLst/>
          </a:prstGeom>
          <a:solidFill>
            <a:srgbClr val="ffffff">
              <a:alpha val="100000"/>
            </a:srgbClr>
          </a:solidFill>
          <a:ln w="9525" cap="flat" cmpd="sng" algn="ctr">
            <a:solidFill>
              <a:srgbClr val="000000">
                <a:alpha val="100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4510"/>
              </a:srgbClr>
            </a:outerShdw>
          </a:effectLst>
        </p:spPr>
        <p:txBody>
          <a:bodyPr/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xmlns:mc="http://schemas.openxmlformats.org/markup-compatibility/2006" xmlns:hp="http://schemas.haansoft.com/office/presentation/8.0" kumimoji="0" sz="1800" b="0" i="0" u="none" strike="noStrike" kern="1200" cap="none" spc="0" normalizeH="0" baseline="0" mc:Ignorable="hp" hp:hslEmbossed="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96" name="Rectangle 5"/>
          <p:cNvSpPr/>
          <p:nvPr/>
        </p:nvSpPr>
        <p:spPr>
          <a:xfrm>
            <a:off x="10858856" y="4705873"/>
            <a:ext cx="733648" cy="201670"/>
          </a:xfrm>
          <a:prstGeom prst="rect">
            <a:avLst/>
          </a:prstGeom>
          <a:solidFill>
            <a:srgbClr val="dcdcdc">
              <a:alpha val="100000"/>
            </a:srgbClr>
          </a:solidFill>
          <a:ln w="9525" cap="flat" cmpd="sng" algn="ctr">
            <a:solidFill>
              <a:srgbClr val="4a7ebb">
                <a:alpha val="100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anchor="ctr"/>
          <a:p>
            <a:pPr marL="0" indent="0" algn="ctr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</a:defRPr>
            </a:pPr>
            <a:r>
              <a:rPr xmlns:mc="http://schemas.openxmlformats.org/markup-compatibility/2006" xmlns:hp="http://schemas.haansoft.com/office/presentation/8.0" kumimoji="0" lang="ko-KR" altLang="en-US" sz="10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우편검색</a:t>
            </a:r>
            <a:endParaRPr xmlns:mc="http://schemas.openxmlformats.org/markup-compatibility/2006" xmlns:hp="http://schemas.haansoft.com/office/presentation/8.0" kumimoji="0" lang="ko-KR" altLang="en-US" sz="10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97" name=""/>
          <p:cNvSpPr/>
          <p:nvPr/>
        </p:nvSpPr>
        <p:spPr>
          <a:xfrm>
            <a:off x="9239464" y="2410909"/>
            <a:ext cx="758592" cy="245225"/>
          </a:xfrm>
          <a:prstGeom prst="rect">
            <a:avLst/>
          </a:prstGeom>
          <a:solidFill>
            <a:srgbClr val="ffffff">
              <a:alpha val="100000"/>
            </a:srgbClr>
          </a:solidFill>
          <a:ln w="38100" cap="flat" cmpd="sng" algn="ctr">
            <a:solidFill>
              <a:srgbClr val="87cefa">
                <a:alpha val="100000"/>
              </a:srgbClr>
            </a:solidFill>
            <a:prstDash val="solid"/>
          </a:ln>
          <a:effectLst/>
        </p:spPr>
        <p:txBody>
          <a:bodyPr/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5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받는분</a:t>
            </a:r>
            <a:endParaRPr xmlns:mc="http://schemas.openxmlformats.org/markup-compatibility/2006" xmlns:hp="http://schemas.haansoft.com/office/presentation/8.0" kumimoji="0" lang="ko-KR" altLang="en-US" sz="15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98" name="TextBox 4"/>
          <p:cNvSpPr txBox="1"/>
          <p:nvPr/>
        </p:nvSpPr>
        <p:spPr>
          <a:xfrm>
            <a:off x="457200" y="1463040"/>
            <a:ext cx="967740" cy="297180"/>
          </a:xfrm>
          <a:prstGeom prst="rect">
            <a:avLst/>
          </a:prstGeom>
          <a:noFill/>
        </p:spPr>
        <p:txBody>
          <a:bodyPr wrap="none">
            <a:spAutoFit/>
          </a:bodyPr>
          <a:p>
            <a:pPr marL="0" lv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400" b="1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정보 입력</a:t>
            </a:r>
            <a:endParaRPr xmlns:mc="http://schemas.openxmlformats.org/markup-compatibility/2006" xmlns:hp="http://schemas.haansoft.com/office/presentation/8.0" kumimoji="0" lang="ko-KR" altLang="en-US" sz="1400" b="1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99" name="TextBox 5"/>
          <p:cNvSpPr txBox="1"/>
          <p:nvPr/>
        </p:nvSpPr>
        <p:spPr>
          <a:xfrm>
            <a:off x="457200" y="1920240"/>
            <a:ext cx="567690" cy="297180"/>
          </a:xfrm>
          <a:prstGeom prst="rect">
            <a:avLst/>
          </a:prstGeom>
          <a:noFill/>
        </p:spPr>
        <p:txBody>
          <a:bodyPr wrap="none">
            <a:spAutoFit/>
          </a:bodyPr>
          <a:p>
            <a:pPr marL="0" lv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4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결제</a:t>
            </a:r>
            <a:endParaRPr xmlns:mc="http://schemas.openxmlformats.org/markup-compatibility/2006" xmlns:hp="http://schemas.haansoft.com/office/presentation/8.0" kumimoji="0" lang="ko-KR" altLang="en-US" sz="14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100" name="TextBox 6"/>
          <p:cNvSpPr txBox="1"/>
          <p:nvPr/>
        </p:nvSpPr>
        <p:spPr>
          <a:xfrm>
            <a:off x="457200" y="2377440"/>
            <a:ext cx="567690" cy="297180"/>
          </a:xfrm>
          <a:prstGeom prst="rect">
            <a:avLst/>
          </a:prstGeom>
          <a:noFill/>
        </p:spPr>
        <p:txBody>
          <a:bodyPr wrap="none">
            <a:spAutoFit/>
          </a:bodyPr>
          <a:p>
            <a:pPr marL="0" lv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4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완료</a:t>
            </a:r>
            <a:endParaRPr xmlns:mc="http://schemas.openxmlformats.org/markup-compatibility/2006" xmlns:hp="http://schemas.haansoft.com/office/presentation/8.0" kumimoji="0" lang="ko-KR" altLang="en-US" sz="14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101" name=""/>
          <p:cNvSpPr/>
          <p:nvPr/>
        </p:nvSpPr>
        <p:spPr>
          <a:xfrm>
            <a:off x="10276514" y="5976742"/>
            <a:ext cx="1912437" cy="881258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</p:spPr>
        <p:txBody>
          <a:bodyPr/>
          <a:p>
            <a:pPr marL="0" indent="0" algn="ctr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주문</a:t>
            </a:r>
            <a:endPara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  <a:p>
            <a:pPr marL="0" indent="0" algn="ctr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정보입력</a:t>
            </a:r>
            <a:endPara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17092026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2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014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sz="2400" b="1">
                <a:solidFill>
                  <a:srgbClr val="000000"/>
                </a:solidFill>
              </a:rPr>
              <a:t>00COM</a:t>
            </a:r>
            <a:endParaRPr sz="2400" b="1">
              <a:solidFill>
                <a:srgbClr val="000000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857999" y="182880"/>
            <a:ext cx="5053966" cy="30099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sz="1400" b="0">
                <a:solidFill>
                  <a:srgbClr val="000000"/>
                </a:solidFill>
              </a:rPr>
              <a:t>로그인   |   회원가입   |   장바구니   |   마이페이지   |   고객센터</a:t>
            </a:r>
            <a:endParaRPr sz="1400" b="0">
              <a:solidFill>
                <a:srgbClr val="000000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74319" y="1097280"/>
            <a:ext cx="626746" cy="33909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ko-KR" altLang="en-US" sz="1600" b="1">
                <a:solidFill>
                  <a:srgbClr val="000000"/>
                </a:solidFill>
              </a:rPr>
              <a:t>주문</a:t>
            </a:r>
            <a:endParaRPr lang="ko-KR" altLang="en-US" sz="1600" b="1">
              <a:solidFill>
                <a:srgbClr val="000000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74320" y="5760720"/>
            <a:ext cx="998220" cy="39052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sz="2000" b="1">
                <a:solidFill>
                  <a:srgbClr val="000000"/>
                </a:solidFill>
              </a:rPr>
              <a:t>00COM</a:t>
            </a:r>
            <a:endParaRPr sz="2000" b="1">
              <a:solidFill>
                <a:srgbClr val="000000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828800" y="5760720"/>
            <a:ext cx="4368165" cy="69532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sz="1000" b="0">
                <a:solidFill>
                  <a:srgbClr val="000000"/>
                </a:solidFill>
              </a:rPr>
              <a:t>대표 : 000  |  대표전화 : 0000-0000  |  사업자번호 : 00000000</a:t>
            </a:r>
            <a:endParaRPr sz="1000" b="0">
              <a:solidFill>
                <a:srgbClr val="000000"/>
              </a:solidFill>
            </a:endParaRPr>
          </a:p>
          <a:p>
            <a:pPr lvl="0">
              <a:defRPr/>
            </a:pPr>
            <a:r>
              <a:rPr sz="1000" b="0">
                <a:solidFill>
                  <a:srgbClr val="000000"/>
                </a:solidFill>
              </a:rPr>
              <a:t>주소 : 인천광역시 00구 00동 00 주식회사 00COM  |  FAX : 000-000-0000</a:t>
            </a:r>
            <a:endParaRPr sz="1000" b="0">
              <a:solidFill>
                <a:srgbClr val="000000"/>
              </a:solidFill>
            </a:endParaRPr>
          </a:p>
          <a:p>
            <a:pPr lvl="0">
              <a:defRPr/>
            </a:pPr>
            <a:r>
              <a:rPr sz="1000" b="0">
                <a:solidFill>
                  <a:srgbClr val="000000"/>
                </a:solidFill>
              </a:rPr>
              <a:t>개인정보보호 담당자 : 000  |  이메일 : 000@000.com</a:t>
            </a:r>
            <a:endParaRPr sz="1000" b="0">
              <a:solidFill>
                <a:srgbClr val="000000"/>
              </a:solidFill>
            </a:endParaRPr>
          </a:p>
          <a:p>
            <a:pPr lvl="0">
              <a:defRPr/>
            </a:pPr>
            <a:r>
              <a:rPr sz="1000" b="0">
                <a:solidFill>
                  <a:srgbClr val="000000"/>
                </a:solidFill>
              </a:rPr>
              <a:t>통신판매신고 : 제 0000호  |  개인정보보호배상책임보험 증권번호 00000-00</a:t>
            </a:r>
            <a:endParaRPr sz="1000" b="0">
              <a:solidFill>
                <a:srgbClr val="000000"/>
              </a:solidFill>
            </a:endParaRPr>
          </a:p>
        </p:txBody>
      </p:sp>
      <p:sp>
        <p:nvSpPr>
          <p:cNvPr id="61" name="Rounded Rectangle 4"/>
          <p:cNvSpPr/>
          <p:nvPr/>
        </p:nvSpPr>
        <p:spPr>
          <a:xfrm>
            <a:off x="2763684" y="1107457"/>
            <a:ext cx="8961118" cy="355582"/>
          </a:xfrm>
          <a:prstGeom prst="roundRect">
            <a:avLst>
              <a:gd name="adj" fmla="val 16667"/>
            </a:avLst>
          </a:prstGeom>
          <a:solidFill>
            <a:srgbClr val="dcdcdc">
              <a:alpha val="100000"/>
            </a:srgbClr>
          </a:solidFill>
          <a:ln w="9525" cap="flat" cmpd="sng" algn="ctr">
            <a:solidFill>
              <a:srgbClr val="4a7ebb">
                <a:alpha val="100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4510"/>
              </a:srgbClr>
            </a:outerShdw>
          </a:effectLst>
        </p:spPr>
        <p:txBody>
          <a:bodyPr anchor="ctr"/>
          <a:p>
            <a:pPr marL="0" indent="0" algn="ctr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 sz="1400" b="1"/>
            </a:pPr>
            <a:r>
              <a:rPr xmlns:mc="http://schemas.openxmlformats.org/markup-compatibility/2006" xmlns:hp="http://schemas.haansoft.com/office/presentation/8.0" kumimoji="0" lang="ko-KR" altLang="en-US" sz="1400" b="1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결제</a:t>
            </a:r>
            <a:endParaRPr xmlns:mc="http://schemas.openxmlformats.org/markup-compatibility/2006" xmlns:hp="http://schemas.haansoft.com/office/presentation/8.0" kumimoji="0" lang="ko-KR" altLang="en-US" sz="1400" b="1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cxnSp>
        <p:nvCxnSpPr>
          <p:cNvPr id="65" name=""/>
          <p:cNvCxnSpPr/>
          <p:nvPr/>
        </p:nvCxnSpPr>
        <p:spPr>
          <a:xfrm>
            <a:off x="2763685" y="2094884"/>
            <a:ext cx="8961117" cy="0"/>
          </a:xfrm>
          <a:prstGeom prst="line">
            <a:avLst/>
          </a:prstGeom>
          <a:noFill/>
          <a:ln w="25400" cap="flat" cmpd="sng" algn="ctr">
            <a:solidFill>
              <a:srgbClr val="dcdcdc">
                <a:alpha val="100000"/>
              </a:srgbClr>
            </a:solidFill>
            <a:prstDash val="solid"/>
          </a:ln>
          <a:effectLst/>
        </p:spPr>
      </p:cxnSp>
      <p:sp>
        <p:nvSpPr>
          <p:cNvPr id="98" name="TextBox 4"/>
          <p:cNvSpPr txBox="1"/>
          <p:nvPr/>
        </p:nvSpPr>
        <p:spPr>
          <a:xfrm>
            <a:off x="457200" y="1463040"/>
            <a:ext cx="967740" cy="297180"/>
          </a:xfrm>
          <a:prstGeom prst="rect">
            <a:avLst/>
          </a:prstGeom>
          <a:noFill/>
        </p:spPr>
        <p:txBody>
          <a:bodyPr wrap="none">
            <a:spAutoFit/>
          </a:bodyPr>
          <a:p>
            <a:pPr marL="0" lv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40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정보 입력</a:t>
            </a:r>
            <a:endParaRPr xmlns:mc="http://schemas.openxmlformats.org/markup-compatibility/2006" xmlns:hp="http://schemas.haansoft.com/office/presentation/8.0" kumimoji="0" lang="ko-KR" altLang="en-US" sz="140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99" name="TextBox 5"/>
          <p:cNvSpPr txBox="1"/>
          <p:nvPr/>
        </p:nvSpPr>
        <p:spPr>
          <a:xfrm>
            <a:off x="457200" y="1920240"/>
            <a:ext cx="567690" cy="297180"/>
          </a:xfrm>
          <a:prstGeom prst="rect">
            <a:avLst/>
          </a:prstGeom>
          <a:noFill/>
        </p:spPr>
        <p:txBody>
          <a:bodyPr wrap="none">
            <a:spAutoFit/>
          </a:bodyPr>
          <a:p>
            <a:pPr marL="0" lv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400" b="1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결제</a:t>
            </a:r>
            <a:endParaRPr xmlns:mc="http://schemas.openxmlformats.org/markup-compatibility/2006" xmlns:hp="http://schemas.haansoft.com/office/presentation/8.0" kumimoji="0" lang="ko-KR" altLang="en-US" sz="1400" b="1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100" name="TextBox 6"/>
          <p:cNvSpPr txBox="1"/>
          <p:nvPr/>
        </p:nvSpPr>
        <p:spPr>
          <a:xfrm>
            <a:off x="457200" y="2377440"/>
            <a:ext cx="567690" cy="297180"/>
          </a:xfrm>
          <a:prstGeom prst="rect">
            <a:avLst/>
          </a:prstGeom>
          <a:noFill/>
        </p:spPr>
        <p:txBody>
          <a:bodyPr wrap="none">
            <a:spAutoFit/>
          </a:bodyPr>
          <a:p>
            <a:pPr marL="0" lv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4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완료</a:t>
            </a:r>
            <a:endParaRPr xmlns:mc="http://schemas.openxmlformats.org/markup-compatibility/2006" xmlns:hp="http://schemas.haansoft.com/office/presentation/8.0" kumimoji="0" lang="ko-KR" altLang="en-US" sz="14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101" name=""/>
          <p:cNvSpPr/>
          <p:nvPr/>
        </p:nvSpPr>
        <p:spPr>
          <a:xfrm>
            <a:off x="2763685" y="1611629"/>
            <a:ext cx="8961117" cy="3742636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r>
              <a:rPr lang="ko-KR" altLang="en-US">
                <a:solidFill>
                  <a:schemeClr val="dk1"/>
                </a:solidFill>
              </a:rPr>
              <a:t>카드사 선택</a:t>
            </a:r>
            <a:endParaRPr lang="ko-KR" altLang="en-US">
              <a:solidFill>
                <a:schemeClr val="dk1"/>
              </a:solidFill>
            </a:endParaRPr>
          </a:p>
          <a:p>
            <a:pPr>
              <a:defRPr/>
            </a:pPr>
            <a:endParaRPr lang="ko-KR" altLang="en-US" sz="1500">
              <a:solidFill>
                <a:schemeClr val="dk1"/>
              </a:solidFill>
            </a:endParaRPr>
          </a:p>
          <a:p>
            <a:pPr>
              <a:defRPr/>
            </a:pPr>
            <a:endParaRPr lang="ko-KR" altLang="en-US" sz="1500">
              <a:solidFill>
                <a:schemeClr val="dk1"/>
              </a:solidFill>
            </a:endParaRPr>
          </a:p>
          <a:p>
            <a:pPr>
              <a:defRPr/>
            </a:pPr>
            <a:r>
              <a:rPr lang="ko-KR" altLang="en-US" sz="1500">
                <a:solidFill>
                  <a:schemeClr val="dk1"/>
                </a:solidFill>
              </a:rPr>
              <a:t>												카드번호</a:t>
            </a:r>
            <a:endParaRPr lang="ko-KR" altLang="en-US" sz="1500">
              <a:solidFill>
                <a:schemeClr val="dk1"/>
              </a:solidFill>
            </a:endParaRPr>
          </a:p>
          <a:p>
            <a:pPr>
              <a:defRPr/>
            </a:pPr>
            <a:r>
              <a:rPr lang="en-US" altLang="ko-KR" sz="1500">
                <a:solidFill>
                  <a:schemeClr val="dk1"/>
                </a:solidFill>
              </a:rPr>
              <a:t>												        m / y</a:t>
            </a:r>
            <a:endParaRPr lang="en-US" altLang="ko-KR" sz="1500">
              <a:solidFill>
                <a:schemeClr val="dk1"/>
              </a:solidFill>
            </a:endParaRPr>
          </a:p>
          <a:p>
            <a:pPr>
              <a:defRPr/>
            </a:pPr>
            <a:r>
              <a:rPr lang="ko-KR" altLang="en-US" sz="1500">
                <a:solidFill>
                  <a:schemeClr val="dk1"/>
                </a:solidFill>
              </a:rPr>
              <a:t>												</a:t>
            </a:r>
            <a:r>
              <a:rPr lang="en-US" altLang="ko-KR" sz="1500">
                <a:solidFill>
                  <a:schemeClr val="dk1"/>
                </a:solidFill>
              </a:rPr>
              <a:t>	CVC</a:t>
            </a:r>
            <a:endParaRPr lang="en-US" altLang="ko-KR" sz="1500">
              <a:solidFill>
                <a:schemeClr val="dk1"/>
              </a:solidFill>
            </a:endParaRPr>
          </a:p>
          <a:p>
            <a:pPr>
              <a:defRPr/>
            </a:pPr>
            <a:endParaRPr lang="ko-KR" altLang="en-US" sz="1500">
              <a:solidFill>
                <a:schemeClr val="dk1"/>
              </a:solidFill>
            </a:endParaRPr>
          </a:p>
          <a:p>
            <a:pPr>
              <a:defRPr/>
            </a:pPr>
            <a:endParaRPr lang="ko-KR" altLang="en-US" sz="1500">
              <a:solidFill>
                <a:schemeClr val="dk1"/>
              </a:solidFill>
            </a:endParaRPr>
          </a:p>
          <a:p>
            <a:pPr>
              <a:defRPr/>
            </a:pPr>
            <a:endParaRPr lang="ko-KR" altLang="en-US" sz="1500">
              <a:solidFill>
                <a:schemeClr val="dk1"/>
              </a:solidFill>
            </a:endParaRPr>
          </a:p>
          <a:p>
            <a:pPr>
              <a:defRPr/>
            </a:pPr>
            <a:endParaRPr lang="ko-KR" altLang="en-US" sz="1500">
              <a:solidFill>
                <a:schemeClr val="dk1"/>
              </a:solidFill>
            </a:endParaRPr>
          </a:p>
          <a:p>
            <a:pPr>
              <a:defRPr/>
            </a:pPr>
            <a:r>
              <a:rPr lang="ko-KR" altLang="en-US" sz="1500">
                <a:solidFill>
                  <a:schemeClr val="dk1"/>
                </a:solidFill>
              </a:rPr>
              <a:t>	약관동의</a:t>
            </a:r>
            <a:endParaRPr lang="ko-KR" altLang="en-US" sz="1500">
              <a:solidFill>
                <a:schemeClr val="dk1"/>
              </a:solidFill>
            </a:endParaRPr>
          </a:p>
          <a:p>
            <a:pPr>
              <a:defRPr/>
            </a:pPr>
            <a:endParaRPr lang="ko-KR" altLang="en-US" sz="1200">
              <a:solidFill>
                <a:schemeClr val="dk1"/>
              </a:solidFill>
            </a:endParaRPr>
          </a:p>
          <a:p>
            <a:pPr>
              <a:defRPr/>
            </a:pPr>
            <a:r>
              <a:rPr lang="ko-KR" altLang="en-US" sz="1200">
                <a:solidFill>
                  <a:schemeClr val="dk1"/>
                </a:solidFill>
              </a:rPr>
              <a:t>        동의</a:t>
            </a:r>
            <a:endParaRPr lang="ko-KR" altLang="en-US" sz="1500">
              <a:solidFill>
                <a:schemeClr val="dk1"/>
              </a:solidFill>
            </a:endParaRPr>
          </a:p>
        </p:txBody>
      </p:sp>
      <p:sp>
        <p:nvSpPr>
          <p:cNvPr id="102" name="Rounded Rectangle 4"/>
          <p:cNvSpPr/>
          <p:nvPr/>
        </p:nvSpPr>
        <p:spPr>
          <a:xfrm>
            <a:off x="2933428" y="1957881"/>
            <a:ext cx="857251" cy="274007"/>
          </a:xfrm>
          <a:prstGeom prst="roundRect">
            <a:avLst>
              <a:gd name="adj" fmla="val 16667"/>
            </a:avLst>
          </a:prstGeom>
          <a:solidFill>
            <a:srgbClr val="87cefa">
              <a:alpha val="100000"/>
            </a:srgbClr>
          </a:solidFill>
          <a:ln w="9525" cap="flat" cmpd="sng" algn="ctr">
            <a:solidFill>
              <a:srgbClr val="4a7ebb">
                <a:alpha val="100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4510"/>
              </a:srgbClr>
            </a:outerShdw>
          </a:effectLst>
        </p:spPr>
        <p:txBody>
          <a:bodyPr anchor="ctr"/>
          <a:p>
            <a:pPr marL="0" indent="0" algn="ctr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 sz="1400" b="1"/>
            </a:pPr>
            <a:r>
              <a:rPr xmlns:mc="http://schemas.openxmlformats.org/markup-compatibility/2006" xmlns:hp="http://schemas.haansoft.com/office/presentation/8.0" kumimoji="0" lang="ko-KR" altLang="en-US" sz="1400" b="1" i="0" u="none" strike="noStrike" kern="1200" cap="none" spc="0" normalizeH="0" baseline="0" mc:Ignorable="hp" hp:hslEmbossed="0">
                <a:solidFill>
                  <a:schemeClr val="dk1"/>
                </a:solidFill>
                <a:latin typeface="Calibri"/>
                <a:ea typeface="맑은 고딕"/>
                <a:cs typeface="맑은 고딕"/>
              </a:rPr>
              <a:t>국민</a:t>
            </a:r>
            <a:endParaRPr xmlns:mc="http://schemas.openxmlformats.org/markup-compatibility/2006" xmlns:hp="http://schemas.haansoft.com/office/presentation/8.0" kumimoji="0" lang="ko-KR" altLang="en-US" sz="1400" b="1" i="0" u="none" strike="noStrike" kern="1200" cap="none" spc="0" normalizeH="0" baseline="0" mc:Ignorable="hp" hp:hslEmbossed="0">
              <a:solidFill>
                <a:schemeClr val="dk1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103" name="Rounded Rectangle 4"/>
          <p:cNvSpPr/>
          <p:nvPr/>
        </p:nvSpPr>
        <p:spPr>
          <a:xfrm>
            <a:off x="3902952" y="1957881"/>
            <a:ext cx="857251" cy="274007"/>
          </a:xfrm>
          <a:prstGeom prst="roundRect">
            <a:avLst>
              <a:gd name="adj" fmla="val 16667"/>
            </a:avLst>
          </a:prstGeom>
          <a:solidFill>
            <a:srgbClr val="87cefa">
              <a:alpha val="100000"/>
            </a:srgbClr>
          </a:solidFill>
          <a:ln w="9525" cap="flat" cmpd="sng" algn="ctr">
            <a:solidFill>
              <a:srgbClr val="4a7ebb">
                <a:alpha val="100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4510"/>
              </a:srgbClr>
            </a:outerShdw>
          </a:effectLst>
        </p:spPr>
        <p:txBody>
          <a:bodyPr anchor="ctr"/>
          <a:p>
            <a:pPr marL="0" indent="0" algn="ctr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 sz="1400" b="1"/>
            </a:pPr>
            <a:r>
              <a:rPr xmlns:mc="http://schemas.openxmlformats.org/markup-compatibility/2006" xmlns:hp="http://schemas.haansoft.com/office/presentation/8.0" kumimoji="0" lang="en-US" altLang="ko-KR" sz="1400" b="1" i="0" u="none" strike="noStrike" kern="1200" cap="none" spc="0" normalizeH="0" baseline="0" mc:Ignorable="hp" hp:hslEmbossed="0">
                <a:solidFill>
                  <a:schemeClr val="dk1"/>
                </a:solidFill>
                <a:latin typeface="Calibri"/>
                <a:ea typeface="맑은 고딕"/>
                <a:cs typeface="맑은 고딕"/>
              </a:rPr>
              <a:t>BC</a:t>
            </a:r>
            <a:endParaRPr xmlns:mc="http://schemas.openxmlformats.org/markup-compatibility/2006" xmlns:hp="http://schemas.haansoft.com/office/presentation/8.0" kumimoji="0" lang="en-US" altLang="ko-KR" sz="1400" b="1" i="0" u="none" strike="noStrike" kern="1200" cap="none" spc="0" normalizeH="0" baseline="0" mc:Ignorable="hp" hp:hslEmbossed="0">
              <a:solidFill>
                <a:schemeClr val="dk1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104" name="Rounded Rectangle 4"/>
          <p:cNvSpPr/>
          <p:nvPr/>
        </p:nvSpPr>
        <p:spPr>
          <a:xfrm>
            <a:off x="4882570" y="1957881"/>
            <a:ext cx="857251" cy="274007"/>
          </a:xfrm>
          <a:prstGeom prst="roundRect">
            <a:avLst>
              <a:gd name="adj" fmla="val 16667"/>
            </a:avLst>
          </a:prstGeom>
          <a:solidFill>
            <a:srgbClr val="87cefa">
              <a:alpha val="100000"/>
            </a:srgbClr>
          </a:solidFill>
          <a:ln w="9525" cap="flat" cmpd="sng" algn="ctr">
            <a:solidFill>
              <a:srgbClr val="4a7ebb">
                <a:alpha val="100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4510"/>
              </a:srgbClr>
            </a:outerShdw>
          </a:effectLst>
        </p:spPr>
        <p:txBody>
          <a:bodyPr anchor="ctr"/>
          <a:p>
            <a:pPr marL="0" indent="0" algn="ctr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 sz="1400" b="1"/>
            </a:pPr>
            <a:r>
              <a:rPr xmlns:mc="http://schemas.openxmlformats.org/markup-compatibility/2006" xmlns:hp="http://schemas.haansoft.com/office/presentation/8.0" kumimoji="0" lang="ko-KR" altLang="en-US" sz="1400" b="1" i="0" u="none" strike="noStrike" kern="1200" cap="none" spc="0" normalizeH="0" baseline="0" mc:Ignorable="hp" hp:hslEmbossed="0">
                <a:solidFill>
                  <a:schemeClr val="dk1"/>
                </a:solidFill>
                <a:latin typeface="Calibri"/>
                <a:ea typeface="맑은 고딕"/>
                <a:cs typeface="맑은 고딕"/>
              </a:rPr>
              <a:t>신한</a:t>
            </a:r>
            <a:endParaRPr xmlns:mc="http://schemas.openxmlformats.org/markup-compatibility/2006" xmlns:hp="http://schemas.haansoft.com/office/presentation/8.0" kumimoji="0" lang="ko-KR" altLang="en-US" sz="1400" b="1" i="0" u="none" strike="noStrike" kern="1200" cap="none" spc="0" normalizeH="0" baseline="0" mc:Ignorable="hp" hp:hslEmbossed="0">
              <a:solidFill>
                <a:schemeClr val="dk1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105" name="Rounded Rectangle 4"/>
          <p:cNvSpPr/>
          <p:nvPr/>
        </p:nvSpPr>
        <p:spPr>
          <a:xfrm>
            <a:off x="5870210" y="1957881"/>
            <a:ext cx="857251" cy="274007"/>
          </a:xfrm>
          <a:prstGeom prst="roundRect">
            <a:avLst>
              <a:gd name="adj" fmla="val 16667"/>
            </a:avLst>
          </a:prstGeom>
          <a:solidFill>
            <a:srgbClr val="87cefa">
              <a:alpha val="100000"/>
            </a:srgbClr>
          </a:solidFill>
          <a:ln w="9525" cap="flat" cmpd="sng" algn="ctr">
            <a:solidFill>
              <a:srgbClr val="4a7ebb">
                <a:alpha val="100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4510"/>
              </a:srgbClr>
            </a:outerShdw>
          </a:effectLst>
        </p:spPr>
        <p:txBody>
          <a:bodyPr anchor="ctr"/>
          <a:p>
            <a:pPr marL="0" indent="0" algn="ctr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 sz="1400" b="1"/>
            </a:pPr>
            <a:r>
              <a:rPr xmlns:mc="http://schemas.openxmlformats.org/markup-compatibility/2006" xmlns:hp="http://schemas.haansoft.com/office/presentation/8.0" kumimoji="0" lang="ko-KR" altLang="en-US" sz="1400" b="1" i="0" u="none" strike="noStrike" kern="1200" cap="none" spc="0" normalizeH="0" baseline="0" mc:Ignorable="hp" hp:hslEmbossed="0">
                <a:solidFill>
                  <a:schemeClr val="dk1"/>
                </a:solidFill>
                <a:latin typeface="Calibri"/>
                <a:ea typeface="맑은 고딕"/>
                <a:cs typeface="맑은 고딕"/>
              </a:rPr>
              <a:t>현대</a:t>
            </a:r>
            <a:endParaRPr xmlns:mc="http://schemas.openxmlformats.org/markup-compatibility/2006" xmlns:hp="http://schemas.haansoft.com/office/presentation/8.0" kumimoji="0" lang="ko-KR" altLang="en-US" sz="1400" b="1" i="0" u="none" strike="noStrike" kern="1200" cap="none" spc="0" normalizeH="0" baseline="0" mc:Ignorable="hp" hp:hslEmbossed="0">
              <a:solidFill>
                <a:schemeClr val="dk1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106" name=""/>
          <p:cNvSpPr/>
          <p:nvPr/>
        </p:nvSpPr>
        <p:spPr>
          <a:xfrm>
            <a:off x="2914378" y="4454248"/>
            <a:ext cx="123955" cy="119049"/>
          </a:xfrm>
          <a:prstGeom prst="rect">
            <a:avLst/>
          </a:prstGeom>
          <a:solidFill>
            <a:srgbClr val="ffffff">
              <a:alpha val="100000"/>
            </a:srgbClr>
          </a:solidFill>
          <a:ln w="9525" cap="flat" cmpd="sng" algn="ctr">
            <a:solidFill>
              <a:srgbClr val="000000">
                <a:alpha val="100000"/>
              </a:srgbClr>
            </a:solidFill>
            <a:prstDash val="solid"/>
          </a:ln>
          <a:effectLst/>
        </p:spPr>
        <p:txBody>
          <a:bodyPr/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xmlns:mc="http://schemas.openxmlformats.org/markup-compatibility/2006" xmlns:hp="http://schemas.haansoft.com/office/presentation/8.0" kumimoji="0" sz="1800" b="0" i="0" u="none" strike="noStrike" kern="1200" cap="none" spc="0" normalizeH="0" baseline="0" mc:Ignorable="hp" hp:hslEmbossed="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107" name="Rounded Rectangle 4"/>
          <p:cNvSpPr/>
          <p:nvPr/>
        </p:nvSpPr>
        <p:spPr>
          <a:xfrm>
            <a:off x="3155631" y="4734723"/>
            <a:ext cx="1175946" cy="274007"/>
          </a:xfrm>
          <a:prstGeom prst="roundRect">
            <a:avLst>
              <a:gd name="adj" fmla="val 16667"/>
            </a:avLst>
          </a:prstGeom>
          <a:solidFill>
            <a:srgbClr val="dcdcdc">
              <a:alpha val="100000"/>
            </a:srgbClr>
          </a:solidFill>
          <a:ln w="9525" cap="flat" cmpd="sng" algn="ctr">
            <a:solidFill>
              <a:srgbClr val="4a7ebb">
                <a:alpha val="100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4510"/>
              </a:srgbClr>
            </a:outerShdw>
          </a:effectLst>
        </p:spPr>
        <p:txBody>
          <a:bodyPr anchor="ctr"/>
          <a:p>
            <a:pPr marL="0" indent="0" algn="ctr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 sz="1400" b="1"/>
            </a:pPr>
            <a:r>
              <a:rPr xmlns:mc="http://schemas.openxmlformats.org/markup-compatibility/2006" xmlns:hp="http://schemas.haansoft.com/office/presentation/8.0" kumimoji="0" lang="ko-KR" altLang="en-US" sz="1400" b="1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자세히보기</a:t>
            </a:r>
            <a:endParaRPr xmlns:mc="http://schemas.openxmlformats.org/markup-compatibility/2006" xmlns:hp="http://schemas.haansoft.com/office/presentation/8.0" kumimoji="0" lang="ko-KR" altLang="en-US" sz="1400" b="1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108" name="Rounded Rectangle 4"/>
          <p:cNvSpPr/>
          <p:nvPr/>
        </p:nvSpPr>
        <p:spPr>
          <a:xfrm>
            <a:off x="2933428" y="2400613"/>
            <a:ext cx="857251" cy="274007"/>
          </a:xfrm>
          <a:prstGeom prst="roundRect">
            <a:avLst>
              <a:gd name="adj" fmla="val 16667"/>
            </a:avLst>
          </a:prstGeom>
          <a:solidFill>
            <a:srgbClr val="87cefa">
              <a:alpha val="100000"/>
            </a:srgbClr>
          </a:solidFill>
          <a:ln w="9525" cap="flat" cmpd="sng" algn="ctr">
            <a:solidFill>
              <a:srgbClr val="4a7ebb">
                <a:alpha val="100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4510"/>
              </a:srgbClr>
            </a:outerShdw>
          </a:effectLst>
        </p:spPr>
        <p:txBody>
          <a:bodyPr anchor="ctr"/>
          <a:p>
            <a:pPr marL="0" indent="0" algn="ctr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 sz="1400" b="1"/>
            </a:pPr>
            <a:r>
              <a:rPr xmlns:mc="http://schemas.openxmlformats.org/markup-compatibility/2006" xmlns:hp="http://schemas.haansoft.com/office/presentation/8.0" kumimoji="0" lang="ko-KR" altLang="en-US" sz="1400" b="1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국민</a:t>
            </a:r>
            <a:endParaRPr xmlns:mc="http://schemas.openxmlformats.org/markup-compatibility/2006" xmlns:hp="http://schemas.haansoft.com/office/presentation/8.0" kumimoji="0" lang="ko-KR" altLang="en-US" sz="1400" b="1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109" name="Rounded Rectangle 4"/>
          <p:cNvSpPr/>
          <p:nvPr/>
        </p:nvSpPr>
        <p:spPr>
          <a:xfrm>
            <a:off x="3902952" y="2400613"/>
            <a:ext cx="857251" cy="274007"/>
          </a:xfrm>
          <a:prstGeom prst="roundRect">
            <a:avLst>
              <a:gd name="adj" fmla="val 16667"/>
            </a:avLst>
          </a:prstGeom>
          <a:solidFill>
            <a:srgbClr val="87cefa">
              <a:alpha val="100000"/>
            </a:srgbClr>
          </a:solidFill>
          <a:ln w="9525" cap="flat" cmpd="sng" algn="ctr">
            <a:solidFill>
              <a:srgbClr val="4a7ebb">
                <a:alpha val="100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4510"/>
              </a:srgbClr>
            </a:outerShdw>
          </a:effectLst>
        </p:spPr>
        <p:txBody>
          <a:bodyPr anchor="ctr"/>
          <a:p>
            <a:pPr marL="0" indent="0" algn="ctr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 sz="1400" b="1"/>
            </a:pPr>
            <a:r>
              <a:rPr xmlns:mc="http://schemas.openxmlformats.org/markup-compatibility/2006" xmlns:hp="http://schemas.haansoft.com/office/presentation/8.0" kumimoji="0" lang="en-US" altLang="ko-KR" sz="1400" b="1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BC</a:t>
            </a:r>
            <a:endParaRPr xmlns:mc="http://schemas.openxmlformats.org/markup-compatibility/2006" xmlns:hp="http://schemas.haansoft.com/office/presentation/8.0" kumimoji="0" lang="en-US" altLang="ko-KR" sz="1400" b="1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110" name="Rounded Rectangle 4"/>
          <p:cNvSpPr/>
          <p:nvPr/>
        </p:nvSpPr>
        <p:spPr>
          <a:xfrm>
            <a:off x="4882571" y="2400613"/>
            <a:ext cx="857251" cy="274007"/>
          </a:xfrm>
          <a:prstGeom prst="roundRect">
            <a:avLst>
              <a:gd name="adj" fmla="val 16667"/>
            </a:avLst>
          </a:prstGeom>
          <a:solidFill>
            <a:srgbClr val="87cefa">
              <a:alpha val="100000"/>
            </a:srgbClr>
          </a:solidFill>
          <a:ln w="9525" cap="flat" cmpd="sng" algn="ctr">
            <a:solidFill>
              <a:srgbClr val="4a7ebb">
                <a:alpha val="100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4510"/>
              </a:srgbClr>
            </a:outerShdw>
          </a:effectLst>
        </p:spPr>
        <p:txBody>
          <a:bodyPr anchor="ctr"/>
          <a:p>
            <a:pPr marL="0" indent="0" algn="ctr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 sz="1400" b="1"/>
            </a:pPr>
            <a:r>
              <a:rPr xmlns:mc="http://schemas.openxmlformats.org/markup-compatibility/2006" xmlns:hp="http://schemas.haansoft.com/office/presentation/8.0" kumimoji="0" lang="ko-KR" altLang="en-US" sz="1400" b="1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신한</a:t>
            </a:r>
            <a:endParaRPr xmlns:mc="http://schemas.openxmlformats.org/markup-compatibility/2006" xmlns:hp="http://schemas.haansoft.com/office/presentation/8.0" kumimoji="0" lang="ko-KR" altLang="en-US" sz="1400" b="1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111" name="Rounded Rectangle 4"/>
          <p:cNvSpPr/>
          <p:nvPr/>
        </p:nvSpPr>
        <p:spPr>
          <a:xfrm>
            <a:off x="5870210" y="2400613"/>
            <a:ext cx="857251" cy="274007"/>
          </a:xfrm>
          <a:prstGeom prst="roundRect">
            <a:avLst>
              <a:gd name="adj" fmla="val 16667"/>
            </a:avLst>
          </a:prstGeom>
          <a:solidFill>
            <a:srgbClr val="87cefa">
              <a:alpha val="100000"/>
            </a:srgbClr>
          </a:solidFill>
          <a:ln w="9525" cap="flat" cmpd="sng" algn="ctr">
            <a:solidFill>
              <a:srgbClr val="4a7ebb">
                <a:alpha val="100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4510"/>
              </a:srgbClr>
            </a:outerShdw>
          </a:effectLst>
        </p:spPr>
        <p:txBody>
          <a:bodyPr anchor="ctr"/>
          <a:p>
            <a:pPr marL="0" indent="0" algn="ctr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 sz="1400" b="1"/>
            </a:pPr>
            <a:r>
              <a:rPr xmlns:mc="http://schemas.openxmlformats.org/markup-compatibility/2006" xmlns:hp="http://schemas.haansoft.com/office/presentation/8.0" kumimoji="0" lang="ko-KR" altLang="en-US" sz="1400" b="1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현대</a:t>
            </a:r>
            <a:endParaRPr xmlns:mc="http://schemas.openxmlformats.org/markup-compatibility/2006" xmlns:hp="http://schemas.haansoft.com/office/presentation/8.0" kumimoji="0" lang="ko-KR" altLang="en-US" sz="1400" b="1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112" name="Rounded Rectangle 4"/>
          <p:cNvSpPr/>
          <p:nvPr/>
        </p:nvSpPr>
        <p:spPr>
          <a:xfrm>
            <a:off x="2933428" y="2836736"/>
            <a:ext cx="857251" cy="274007"/>
          </a:xfrm>
          <a:prstGeom prst="roundRect">
            <a:avLst>
              <a:gd name="adj" fmla="val 16667"/>
            </a:avLst>
          </a:prstGeom>
          <a:solidFill>
            <a:srgbClr val="87cefa">
              <a:alpha val="100000"/>
            </a:srgbClr>
          </a:solidFill>
          <a:ln w="9525" cap="flat" cmpd="sng" algn="ctr">
            <a:solidFill>
              <a:srgbClr val="4a7ebb">
                <a:alpha val="100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4510"/>
              </a:srgbClr>
            </a:outerShdw>
          </a:effectLst>
        </p:spPr>
        <p:txBody>
          <a:bodyPr anchor="ctr"/>
          <a:p>
            <a:pPr marL="0" indent="0" algn="ctr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 sz="1400" b="1"/>
            </a:pPr>
            <a:r>
              <a:rPr xmlns:mc="http://schemas.openxmlformats.org/markup-compatibility/2006" xmlns:hp="http://schemas.haansoft.com/office/presentation/8.0" kumimoji="0" lang="ko-KR" altLang="en-US" sz="1400" b="1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국민</a:t>
            </a:r>
            <a:endParaRPr xmlns:mc="http://schemas.openxmlformats.org/markup-compatibility/2006" xmlns:hp="http://schemas.haansoft.com/office/presentation/8.0" kumimoji="0" lang="ko-KR" altLang="en-US" sz="1400" b="1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113" name="Rounded Rectangle 4"/>
          <p:cNvSpPr/>
          <p:nvPr/>
        </p:nvSpPr>
        <p:spPr>
          <a:xfrm>
            <a:off x="3902953" y="2836736"/>
            <a:ext cx="857251" cy="274007"/>
          </a:xfrm>
          <a:prstGeom prst="roundRect">
            <a:avLst>
              <a:gd name="adj" fmla="val 16667"/>
            </a:avLst>
          </a:prstGeom>
          <a:solidFill>
            <a:srgbClr val="87cefa">
              <a:alpha val="100000"/>
            </a:srgbClr>
          </a:solidFill>
          <a:ln w="9525" cap="flat" cmpd="sng" algn="ctr">
            <a:solidFill>
              <a:srgbClr val="4a7ebb">
                <a:alpha val="100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4510"/>
              </a:srgbClr>
            </a:outerShdw>
          </a:effectLst>
        </p:spPr>
        <p:txBody>
          <a:bodyPr anchor="ctr"/>
          <a:p>
            <a:pPr marL="0" indent="0" algn="ctr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 sz="1400" b="1"/>
            </a:pPr>
            <a:r>
              <a:rPr xmlns:mc="http://schemas.openxmlformats.org/markup-compatibility/2006" xmlns:hp="http://schemas.haansoft.com/office/presentation/8.0" kumimoji="0" lang="en-US" altLang="ko-KR" sz="1400" b="1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BC</a:t>
            </a:r>
            <a:endParaRPr xmlns:mc="http://schemas.openxmlformats.org/markup-compatibility/2006" xmlns:hp="http://schemas.haansoft.com/office/presentation/8.0" kumimoji="0" lang="en-US" altLang="ko-KR" sz="1400" b="1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114" name="Rounded Rectangle 4"/>
          <p:cNvSpPr/>
          <p:nvPr/>
        </p:nvSpPr>
        <p:spPr>
          <a:xfrm>
            <a:off x="4882571" y="2836736"/>
            <a:ext cx="857251" cy="274007"/>
          </a:xfrm>
          <a:prstGeom prst="roundRect">
            <a:avLst>
              <a:gd name="adj" fmla="val 16667"/>
            </a:avLst>
          </a:prstGeom>
          <a:solidFill>
            <a:srgbClr val="87cefa">
              <a:alpha val="100000"/>
            </a:srgbClr>
          </a:solidFill>
          <a:ln w="9525" cap="flat" cmpd="sng" algn="ctr">
            <a:solidFill>
              <a:srgbClr val="4a7ebb">
                <a:alpha val="100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4510"/>
              </a:srgbClr>
            </a:outerShdw>
          </a:effectLst>
        </p:spPr>
        <p:txBody>
          <a:bodyPr anchor="ctr"/>
          <a:p>
            <a:pPr marL="0" indent="0" algn="ctr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 sz="1400" b="1"/>
            </a:pPr>
            <a:r>
              <a:rPr xmlns:mc="http://schemas.openxmlformats.org/markup-compatibility/2006" xmlns:hp="http://schemas.haansoft.com/office/presentation/8.0" kumimoji="0" lang="ko-KR" altLang="en-US" sz="1400" b="1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신한</a:t>
            </a:r>
            <a:endParaRPr xmlns:mc="http://schemas.openxmlformats.org/markup-compatibility/2006" xmlns:hp="http://schemas.haansoft.com/office/presentation/8.0" kumimoji="0" lang="ko-KR" altLang="en-US" sz="1400" b="1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115" name="Rounded Rectangle 4"/>
          <p:cNvSpPr/>
          <p:nvPr/>
        </p:nvSpPr>
        <p:spPr>
          <a:xfrm>
            <a:off x="5870211" y="2836736"/>
            <a:ext cx="857251" cy="274007"/>
          </a:xfrm>
          <a:prstGeom prst="roundRect">
            <a:avLst>
              <a:gd name="adj" fmla="val 16667"/>
            </a:avLst>
          </a:prstGeom>
          <a:solidFill>
            <a:srgbClr val="87cefa">
              <a:alpha val="100000"/>
            </a:srgbClr>
          </a:solidFill>
          <a:ln w="9525" cap="flat" cmpd="sng" algn="ctr">
            <a:solidFill>
              <a:srgbClr val="4a7ebb">
                <a:alpha val="100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4510"/>
              </a:srgbClr>
            </a:outerShdw>
          </a:effectLst>
        </p:spPr>
        <p:txBody>
          <a:bodyPr anchor="ctr"/>
          <a:p>
            <a:pPr marL="0" indent="0" algn="ctr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 sz="1400" b="1"/>
            </a:pPr>
            <a:r>
              <a:rPr xmlns:mc="http://schemas.openxmlformats.org/markup-compatibility/2006" xmlns:hp="http://schemas.haansoft.com/office/presentation/8.0" kumimoji="0" lang="ko-KR" altLang="en-US" sz="1400" b="1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현대</a:t>
            </a:r>
            <a:endParaRPr xmlns:mc="http://schemas.openxmlformats.org/markup-compatibility/2006" xmlns:hp="http://schemas.haansoft.com/office/presentation/8.0" kumimoji="0" lang="ko-KR" altLang="en-US" sz="1400" b="1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63" name=""/>
          <p:cNvSpPr/>
          <p:nvPr/>
        </p:nvSpPr>
        <p:spPr>
          <a:xfrm>
            <a:off x="9048238" y="1611630"/>
            <a:ext cx="2676563" cy="382905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/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1200" b="0" i="0" u="none" strike="noStrike" kern="1200" cap="none" spc="0" normalizeH="0" baseline="0" mc:Ignorable="hp" hp:hslEmbossed="0">
                <a:solidFill>
                  <a:srgbClr val="000000"/>
                </a:solidFill>
                <a:effectLst/>
                <a:latin typeface="Calibri"/>
                <a:ea typeface="맑은 고딕"/>
                <a:cs typeface="Calibri"/>
              </a:rPr>
              <a:t>[AMD] 5세대 라</a:t>
            </a:r>
            <a:r>
              <a:rPr xmlns:mc="http://schemas.openxmlformats.org/markup-compatibility/2006" xmlns:hp="http://schemas.haansoft.com/office/presentation/8.0" kumimoji="0" lang="ko-KR" altLang="en-US" sz="1200" b="0" i="0" u="none" strike="noStrike" kern="1200" cap="none" spc="0" normalizeH="0" baseline="0" mc:Ignorable="hp" hp:hslEmbossed="0">
                <a:solidFill>
                  <a:srgbClr val="000000"/>
                </a:solidFill>
                <a:effectLst/>
                <a:latin typeface="Calibri"/>
                <a:ea typeface="맑은 고딕"/>
                <a:cs typeface="맑은 고딕"/>
              </a:rPr>
              <a:t>이</a:t>
            </a:r>
            <a:r>
              <a:rPr xmlns:mc="http://schemas.openxmlformats.org/markup-compatibility/2006" xmlns:hp="http://schemas.haansoft.com/office/presentation/8.0" kumimoji="0" lang="en-US" altLang="ko-KR" sz="1200" b="0" i="0" u="none" strike="noStrike" kern="1200" cap="none" spc="0" normalizeH="0" baseline="0" mc:Ignorable="hp" hp:hslEmbossed="0">
                <a:solidFill>
                  <a:srgbClr val="000000"/>
                </a:solidFill>
                <a:effectLst/>
                <a:latin typeface="Calibri"/>
                <a:ea typeface="맑은 고딕"/>
                <a:cs typeface="Calibri"/>
              </a:rPr>
              <a:t>젠7 7800X3D</a:t>
            </a:r>
            <a:r>
              <a:rPr xmlns:mc="http://schemas.openxmlformats.org/markup-compatibility/2006" xmlns:hp="http://schemas.haansoft.com/office/presentation/8.0" kumimoji="0" lang="ko-KR" altLang="en-US" sz="1200" b="0" i="0" u="none" strike="noStrike" kern="1200" cap="none" spc="0" normalizeH="0" baseline="0" mc:Ignorable="hp" hp:hslEmbossed="0">
                <a:solidFill>
                  <a:srgbClr val="000000"/>
                </a:solidFill>
                <a:effectLst/>
                <a:latin typeface="Calibri"/>
                <a:ea typeface="맑은 고딕"/>
                <a:cs typeface="맑은 고딕"/>
              </a:rPr>
              <a:t> 외 </a:t>
            </a:r>
            <a:r>
              <a:rPr xmlns:mc="http://schemas.openxmlformats.org/markup-compatibility/2006" xmlns:hp="http://schemas.haansoft.com/office/presentation/8.0" kumimoji="0" lang="en-US" altLang="ko-KR" sz="1200" b="0" i="0" u="none" strike="noStrike" kern="1200" cap="none" spc="0" normalizeH="0" baseline="0" mc:Ignorable="hp" hp:hslEmbossed="0">
                <a:solidFill>
                  <a:srgbClr val="000000"/>
                </a:solidFill>
                <a:effectLst/>
                <a:latin typeface="Calibri"/>
                <a:ea typeface="맑은 고딕"/>
                <a:cs typeface="맑은 고딕"/>
              </a:rPr>
              <a:t>1</a:t>
            </a:r>
            <a:r>
              <a:rPr xmlns:mc="http://schemas.openxmlformats.org/markup-compatibility/2006" xmlns:hp="http://schemas.haansoft.com/office/presentation/8.0" kumimoji="0" lang="ko-KR" altLang="en-US" sz="1200" b="0" i="0" u="none" strike="noStrike" kern="1200" cap="none" spc="0" normalizeH="0" baseline="0" mc:Ignorable="hp" hp:hslEmbossed="0">
                <a:solidFill>
                  <a:srgbClr val="000000"/>
                </a:solidFill>
                <a:effectLst/>
                <a:latin typeface="Calibri"/>
                <a:ea typeface="맑은 고딕"/>
                <a:cs typeface="맑은 고딕"/>
              </a:rPr>
              <a:t>개</a:t>
            </a:r>
            <a:endParaRPr xmlns:mc="http://schemas.openxmlformats.org/markup-compatibility/2006" xmlns:hp="http://schemas.haansoft.com/office/presentation/8.0" kumimoji="0" lang="ko-KR" altLang="en-US" sz="1200" b="0" i="0" u="none" strike="noStrike" kern="1200" cap="none" spc="0" normalizeH="0" baseline="0" mc:Ignorable="hp" hp:hslEmbossed="0">
              <a:solidFill>
                <a:srgbClr val="000000"/>
              </a:solidFill>
              <a:effectLst/>
              <a:latin typeface="Calibri"/>
              <a:ea typeface="맑은 고딕"/>
              <a:cs typeface="맑은 고딕"/>
            </a:endParaRPr>
          </a:p>
        </p:txBody>
      </p:sp>
      <p:sp>
        <p:nvSpPr>
          <p:cNvPr id="75" name=""/>
          <p:cNvSpPr/>
          <p:nvPr/>
        </p:nvSpPr>
        <p:spPr>
          <a:xfrm>
            <a:off x="10254792" y="1957881"/>
            <a:ext cx="1470010" cy="316869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/>
          <a:p>
            <a:pPr marL="0" indent="0" algn="r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200" b="0" i="0" u="none" strike="noStrike" kern="1200" cap="none" spc="0" normalizeH="0" baseline="0" mc:Ignorable="hp" hp:hslEmbossed="0">
                <a:solidFill>
                  <a:srgbClr val="000000"/>
                </a:solidFill>
                <a:effectLst/>
                <a:latin typeface="Calibri"/>
                <a:ea typeface="맑은 고딕"/>
                <a:cs typeface="Calibri"/>
              </a:rPr>
              <a:t>합계 </a:t>
            </a:r>
            <a:r>
              <a:rPr xmlns:mc="http://schemas.openxmlformats.org/markup-compatibility/2006" xmlns:hp="http://schemas.haansoft.com/office/presentation/8.0" kumimoji="0" lang="en-US" altLang="ko-KR" sz="1200" b="0" i="0" u="none" strike="noStrike" kern="1200" cap="none" spc="0" normalizeH="0" baseline="0" mc:Ignorable="hp" hp:hslEmbossed="0">
                <a:solidFill>
                  <a:srgbClr val="000000"/>
                </a:solidFill>
                <a:effectLst/>
                <a:latin typeface="Calibri"/>
                <a:ea typeface="맑은 고딕"/>
                <a:cs typeface="Calibri"/>
              </a:rPr>
              <a:t>1,222,100</a:t>
            </a:r>
            <a:endParaRPr xmlns:mc="http://schemas.openxmlformats.org/markup-compatibility/2006" xmlns:hp="http://schemas.haansoft.com/office/presentation/8.0" kumimoji="0" lang="en-US" altLang="ko-KR" sz="1200" b="0" i="0" u="none" strike="noStrike" kern="1200" cap="none" spc="0" normalizeH="0" baseline="0" mc:Ignorable="hp" hp:hslEmbossed="0">
              <a:solidFill>
                <a:srgbClr val="000000"/>
              </a:solidFill>
              <a:effectLst/>
              <a:latin typeface="Calibri"/>
              <a:ea typeface="맑은 고딕"/>
              <a:cs typeface="Calibri"/>
            </a:endParaRPr>
          </a:p>
        </p:txBody>
      </p:sp>
      <p:sp>
        <p:nvSpPr>
          <p:cNvPr id="116" name=""/>
          <p:cNvSpPr/>
          <p:nvPr/>
        </p:nvSpPr>
        <p:spPr>
          <a:xfrm>
            <a:off x="9259552" y="2396490"/>
            <a:ext cx="1356155" cy="182671"/>
          </a:xfrm>
          <a:prstGeom prst="rect">
            <a:avLst/>
          </a:prstGeom>
          <a:solidFill>
            <a:srgbClr val="ffffff">
              <a:alpha val="100000"/>
            </a:srgbClr>
          </a:solidFill>
          <a:ln w="9525" cap="flat" cmpd="sng" algn="ctr">
            <a:solidFill>
              <a:srgbClr val="000000">
                <a:alpha val="100000"/>
              </a:srgbClr>
            </a:solidFill>
            <a:prstDash val="solid"/>
          </a:ln>
          <a:effectLst/>
        </p:spPr>
        <p:txBody>
          <a:bodyPr/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1000" b="0" i="0" u="none" strike="noStrike" kern="1200" cap="none" spc="0" normalizeH="0" baseline="0" mc:Ignorable="hp" hp:hslEmbossed="0">
                <a:solidFill>
                  <a:schemeClr val="dk1"/>
                </a:solidFill>
                <a:latin typeface="Calibri"/>
                <a:ea typeface="맑은 고딕"/>
                <a:cs typeface="맑은 고딕"/>
              </a:rPr>
              <a:t>0000-0000-0000-0000</a:t>
            </a:r>
            <a:endParaRPr xmlns:mc="http://schemas.openxmlformats.org/markup-compatibility/2006" xmlns:hp="http://schemas.haansoft.com/office/presentation/8.0" kumimoji="0" lang="en-US" altLang="ko-KR" sz="1000" b="0" i="0" u="none" strike="noStrike" kern="1200" cap="none" spc="0" normalizeH="0" baseline="0" mc:Ignorable="hp" hp:hslEmbossed="0">
              <a:solidFill>
                <a:schemeClr val="dk1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117" name=""/>
          <p:cNvSpPr/>
          <p:nvPr/>
        </p:nvSpPr>
        <p:spPr>
          <a:xfrm>
            <a:off x="9259552" y="2853829"/>
            <a:ext cx="678078" cy="182671"/>
          </a:xfrm>
          <a:prstGeom prst="rect">
            <a:avLst/>
          </a:prstGeom>
          <a:solidFill>
            <a:srgbClr val="ffffff">
              <a:alpha val="100000"/>
            </a:srgbClr>
          </a:solidFill>
          <a:ln w="9525" cap="flat" cmpd="sng" algn="ctr">
            <a:solidFill>
              <a:srgbClr val="000000">
                <a:alpha val="100000"/>
              </a:srgbClr>
            </a:solidFill>
            <a:prstDash val="solid"/>
          </a:ln>
          <a:effectLst/>
        </p:spPr>
        <p:txBody>
          <a:bodyPr/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1000" b="0" i="0" u="none" strike="noStrike" kern="1200" cap="none" spc="0" normalizeH="0" baseline="0" mc:Ignorable="hp" hp:hslEmbossed="0">
                <a:solidFill>
                  <a:schemeClr val="dk1"/>
                </a:solidFill>
                <a:latin typeface="Calibri"/>
                <a:ea typeface="맑은 고딕"/>
                <a:cs typeface="맑은 고딕"/>
              </a:rPr>
              <a:t>000</a:t>
            </a:r>
            <a:endParaRPr xmlns:mc="http://schemas.openxmlformats.org/markup-compatibility/2006" xmlns:hp="http://schemas.haansoft.com/office/presentation/8.0" kumimoji="0" lang="en-US" altLang="ko-KR" sz="1000" b="0" i="0" u="none" strike="noStrike" kern="1200" cap="none" spc="0" normalizeH="0" baseline="0" mc:Ignorable="hp" hp:hslEmbossed="0">
              <a:solidFill>
                <a:schemeClr val="dk1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119" name=""/>
          <p:cNvSpPr/>
          <p:nvPr/>
        </p:nvSpPr>
        <p:spPr>
          <a:xfrm>
            <a:off x="9259552" y="2630909"/>
            <a:ext cx="678078" cy="182671"/>
          </a:xfrm>
          <a:prstGeom prst="rect">
            <a:avLst/>
          </a:prstGeom>
          <a:solidFill>
            <a:srgbClr val="ffffff">
              <a:alpha val="100000"/>
            </a:srgbClr>
          </a:solidFill>
          <a:ln w="9525" cap="flat" cmpd="sng" algn="ctr">
            <a:solidFill>
              <a:srgbClr val="000000">
                <a:alpha val="100000"/>
              </a:srgbClr>
            </a:solidFill>
            <a:prstDash val="solid"/>
          </a:ln>
          <a:effectLst/>
        </p:spPr>
        <p:txBody>
          <a:bodyPr/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1000" b="0" i="0" u="none" strike="noStrike" kern="1200" cap="none" spc="0" normalizeH="0" baseline="0" mc:Ignorable="hp" hp:hslEmbossed="0">
                <a:solidFill>
                  <a:schemeClr val="dk1"/>
                </a:solidFill>
                <a:latin typeface="Calibri"/>
                <a:ea typeface="맑은 고딕"/>
                <a:cs typeface="맑은 고딕"/>
              </a:rPr>
              <a:t>07-27</a:t>
            </a:r>
            <a:endParaRPr xmlns:mc="http://schemas.openxmlformats.org/markup-compatibility/2006" xmlns:hp="http://schemas.haansoft.com/office/presentation/8.0" kumimoji="0" lang="en-US" altLang="ko-KR" sz="1000" b="0" i="0" u="none" strike="noStrike" kern="1200" cap="none" spc="0" normalizeH="0" baseline="0" mc:Ignorable="hp" hp:hslEmbossed="0">
              <a:solidFill>
                <a:schemeClr val="dk1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120" name="Rounded Rectangle 4"/>
          <p:cNvSpPr/>
          <p:nvPr/>
        </p:nvSpPr>
        <p:spPr>
          <a:xfrm>
            <a:off x="9192855" y="4390202"/>
            <a:ext cx="2123874" cy="618527"/>
          </a:xfrm>
          <a:prstGeom prst="roundRect">
            <a:avLst>
              <a:gd name="adj" fmla="val 16667"/>
            </a:avLst>
          </a:prstGeom>
          <a:solidFill>
            <a:srgbClr val="ffd700">
              <a:alpha val="100000"/>
            </a:srgbClr>
          </a:solidFill>
          <a:ln w="9525" cap="flat" cmpd="sng" algn="ctr">
            <a:solidFill>
              <a:srgbClr val="4a7ebb">
                <a:alpha val="100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4510"/>
              </a:srgbClr>
            </a:outerShdw>
          </a:effectLst>
        </p:spPr>
        <p:txBody>
          <a:bodyPr anchor="ctr"/>
          <a:p>
            <a:pPr marL="0" indent="0" algn="ctr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 sz="1400" b="1"/>
            </a:pPr>
            <a:r>
              <a:rPr xmlns:mc="http://schemas.openxmlformats.org/markup-compatibility/2006" xmlns:hp="http://schemas.haansoft.com/office/presentation/8.0" kumimoji="0" lang="ko-KR" altLang="en-US" sz="2300" b="1" i="0" u="none" strike="noStrike" kern="1200" cap="none" spc="0" normalizeH="0" baseline="0" mc:Ignorable="hp" hp:hslEmbossed="0">
                <a:solidFill>
                  <a:schemeClr val="dk1"/>
                </a:solidFill>
                <a:latin typeface="Calibri"/>
                <a:ea typeface="맑은 고딕"/>
                <a:cs typeface="맑은 고딕"/>
              </a:rPr>
              <a:t>결제 하기</a:t>
            </a:r>
            <a:endParaRPr xmlns:mc="http://schemas.openxmlformats.org/markup-compatibility/2006" xmlns:hp="http://schemas.haansoft.com/office/presentation/8.0" kumimoji="0" lang="ko-KR" altLang="en-US" sz="2300" b="1" i="0" u="none" strike="noStrike" kern="1200" cap="none" spc="0" normalizeH="0" baseline="0" mc:Ignorable="hp" hp:hslEmbossed="0">
              <a:solidFill>
                <a:schemeClr val="dk1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121" name=""/>
          <p:cNvSpPr/>
          <p:nvPr/>
        </p:nvSpPr>
        <p:spPr>
          <a:xfrm>
            <a:off x="10276514" y="5976742"/>
            <a:ext cx="1912437" cy="881258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</p:spPr>
        <p:txBody>
          <a:bodyPr/>
          <a:p>
            <a:pPr marL="0" indent="0" algn="ctr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주문</a:t>
            </a:r>
            <a:endPara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  <a:p>
            <a:pPr marL="0" indent="0" algn="ctr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결제</a:t>
            </a:r>
            <a:endPara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358901907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2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014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sz="2400" b="1">
                <a:solidFill>
                  <a:srgbClr val="000000"/>
                </a:solidFill>
              </a:rPr>
              <a:t>00COM</a:t>
            </a:r>
            <a:endParaRPr sz="2400" b="1">
              <a:solidFill>
                <a:srgbClr val="000000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857999" y="182880"/>
            <a:ext cx="5053966" cy="30099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sz="1400" b="0">
                <a:solidFill>
                  <a:srgbClr val="000000"/>
                </a:solidFill>
              </a:rPr>
              <a:t>로그인   |   회원가입   |   장바구니   |   마이페이지   |   고객센터</a:t>
            </a:r>
            <a:endParaRPr sz="1400" b="0">
              <a:solidFill>
                <a:srgbClr val="000000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74319" y="1097280"/>
            <a:ext cx="626746" cy="33909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ko-KR" altLang="en-US" sz="1600" b="1">
                <a:solidFill>
                  <a:srgbClr val="000000"/>
                </a:solidFill>
              </a:rPr>
              <a:t>주문</a:t>
            </a:r>
            <a:endParaRPr lang="ko-KR" altLang="en-US" sz="1600" b="1">
              <a:solidFill>
                <a:srgbClr val="000000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74320" y="5760720"/>
            <a:ext cx="998220" cy="39052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sz="2000" b="1">
                <a:solidFill>
                  <a:srgbClr val="000000"/>
                </a:solidFill>
              </a:rPr>
              <a:t>00COM</a:t>
            </a:r>
            <a:endParaRPr sz="2000" b="1">
              <a:solidFill>
                <a:srgbClr val="000000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828800" y="5760720"/>
            <a:ext cx="4368165" cy="69532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sz="1000" b="0">
                <a:solidFill>
                  <a:srgbClr val="000000"/>
                </a:solidFill>
              </a:rPr>
              <a:t>대표 : 000  |  대표전화 : 0000-0000  |  사업자번호 : 00000000</a:t>
            </a:r>
            <a:endParaRPr sz="1000" b="0">
              <a:solidFill>
                <a:srgbClr val="000000"/>
              </a:solidFill>
            </a:endParaRPr>
          </a:p>
          <a:p>
            <a:pPr lvl="0">
              <a:defRPr/>
            </a:pPr>
            <a:r>
              <a:rPr sz="1000" b="0">
                <a:solidFill>
                  <a:srgbClr val="000000"/>
                </a:solidFill>
              </a:rPr>
              <a:t>주소 : 인천광역시 00구 00동 00 주식회사 00COM  |  FAX : 000-000-0000</a:t>
            </a:r>
            <a:endParaRPr sz="1000" b="0">
              <a:solidFill>
                <a:srgbClr val="000000"/>
              </a:solidFill>
            </a:endParaRPr>
          </a:p>
          <a:p>
            <a:pPr lvl="0">
              <a:defRPr/>
            </a:pPr>
            <a:r>
              <a:rPr sz="1000" b="0">
                <a:solidFill>
                  <a:srgbClr val="000000"/>
                </a:solidFill>
              </a:rPr>
              <a:t>개인정보보호 담당자 : 000  |  이메일 : 000@000.com</a:t>
            </a:r>
            <a:endParaRPr sz="1000" b="0">
              <a:solidFill>
                <a:srgbClr val="000000"/>
              </a:solidFill>
            </a:endParaRPr>
          </a:p>
          <a:p>
            <a:pPr lvl="0">
              <a:defRPr/>
            </a:pPr>
            <a:r>
              <a:rPr sz="1000" b="0">
                <a:solidFill>
                  <a:srgbClr val="000000"/>
                </a:solidFill>
              </a:rPr>
              <a:t>통신판매신고 : 제 0000호  |  개인정보보호배상책임보험 증권번호 00000-00</a:t>
            </a:r>
            <a:endParaRPr sz="1000" b="0">
              <a:solidFill>
                <a:srgbClr val="000000"/>
              </a:solidFill>
            </a:endParaRPr>
          </a:p>
        </p:txBody>
      </p:sp>
      <p:sp>
        <p:nvSpPr>
          <p:cNvPr id="61" name="Rounded Rectangle 4"/>
          <p:cNvSpPr/>
          <p:nvPr/>
        </p:nvSpPr>
        <p:spPr>
          <a:xfrm>
            <a:off x="2763684" y="1107457"/>
            <a:ext cx="8961118" cy="355582"/>
          </a:xfrm>
          <a:prstGeom prst="roundRect">
            <a:avLst>
              <a:gd name="adj" fmla="val 16667"/>
            </a:avLst>
          </a:prstGeom>
          <a:solidFill>
            <a:srgbClr val="dcdcdc">
              <a:alpha val="100000"/>
            </a:srgbClr>
          </a:solidFill>
          <a:ln w="9525" cap="flat" cmpd="sng" algn="ctr">
            <a:solidFill>
              <a:srgbClr val="4a7ebb">
                <a:alpha val="100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4510"/>
              </a:srgbClr>
            </a:outerShdw>
          </a:effectLst>
        </p:spPr>
        <p:txBody>
          <a:bodyPr anchor="ctr"/>
          <a:p>
            <a:pPr marL="0" indent="0" algn="ctr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 sz="1400" b="1"/>
            </a:pPr>
            <a:r>
              <a:rPr xmlns:mc="http://schemas.openxmlformats.org/markup-compatibility/2006" xmlns:hp="http://schemas.haansoft.com/office/presentation/8.0" kumimoji="0" lang="ko-KR" altLang="en-US" sz="1400" b="1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완료</a:t>
            </a:r>
            <a:endParaRPr xmlns:mc="http://schemas.openxmlformats.org/markup-compatibility/2006" xmlns:hp="http://schemas.haansoft.com/office/presentation/8.0" kumimoji="0" lang="ko-KR" altLang="en-US" sz="1400" b="1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98" name="TextBox 4"/>
          <p:cNvSpPr txBox="1"/>
          <p:nvPr/>
        </p:nvSpPr>
        <p:spPr>
          <a:xfrm>
            <a:off x="457200" y="1463040"/>
            <a:ext cx="967740" cy="297180"/>
          </a:xfrm>
          <a:prstGeom prst="rect">
            <a:avLst/>
          </a:prstGeom>
          <a:noFill/>
        </p:spPr>
        <p:txBody>
          <a:bodyPr wrap="none">
            <a:spAutoFit/>
          </a:bodyPr>
          <a:p>
            <a:pPr marL="0" lv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40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정보 입력</a:t>
            </a:r>
            <a:endParaRPr xmlns:mc="http://schemas.openxmlformats.org/markup-compatibility/2006" xmlns:hp="http://schemas.haansoft.com/office/presentation/8.0" kumimoji="0" lang="ko-KR" altLang="en-US" sz="140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99" name="TextBox 5"/>
          <p:cNvSpPr txBox="1"/>
          <p:nvPr/>
        </p:nvSpPr>
        <p:spPr>
          <a:xfrm>
            <a:off x="457200" y="1920240"/>
            <a:ext cx="567690" cy="297180"/>
          </a:xfrm>
          <a:prstGeom prst="rect">
            <a:avLst/>
          </a:prstGeom>
          <a:noFill/>
        </p:spPr>
        <p:txBody>
          <a:bodyPr wrap="none">
            <a:spAutoFit/>
          </a:bodyPr>
          <a:p>
            <a:pPr marL="0" lv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40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결제</a:t>
            </a:r>
            <a:endParaRPr xmlns:mc="http://schemas.openxmlformats.org/markup-compatibility/2006" xmlns:hp="http://schemas.haansoft.com/office/presentation/8.0" kumimoji="0" lang="ko-KR" altLang="en-US" sz="140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100" name="TextBox 6"/>
          <p:cNvSpPr txBox="1"/>
          <p:nvPr/>
        </p:nvSpPr>
        <p:spPr>
          <a:xfrm>
            <a:off x="457200" y="2377440"/>
            <a:ext cx="567690" cy="297180"/>
          </a:xfrm>
          <a:prstGeom prst="rect">
            <a:avLst/>
          </a:prstGeom>
          <a:noFill/>
        </p:spPr>
        <p:txBody>
          <a:bodyPr wrap="none">
            <a:spAutoFit/>
          </a:bodyPr>
          <a:p>
            <a:pPr marL="0" lv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400" b="1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완료</a:t>
            </a:r>
            <a:endParaRPr xmlns:mc="http://schemas.openxmlformats.org/markup-compatibility/2006" xmlns:hp="http://schemas.haansoft.com/office/presentation/8.0" kumimoji="0" lang="ko-KR" altLang="en-US" sz="1400" b="1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101" name=""/>
          <p:cNvSpPr/>
          <p:nvPr/>
        </p:nvSpPr>
        <p:spPr>
          <a:xfrm>
            <a:off x="2763685" y="1611629"/>
            <a:ext cx="8961117" cy="3742636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pPr algn="ctr">
              <a:defRPr/>
            </a:pPr>
            <a:endParaRPr lang="ko-KR" altLang="en-US" sz="3300">
              <a:solidFill>
                <a:schemeClr val="dk1"/>
              </a:solidFill>
            </a:endParaRPr>
          </a:p>
          <a:p>
            <a:pPr algn="ctr">
              <a:defRPr/>
            </a:pPr>
            <a:r>
              <a:rPr lang="ko-KR" altLang="en-US" sz="3300">
                <a:solidFill>
                  <a:schemeClr val="dk1"/>
                </a:solidFill>
              </a:rPr>
              <a:t>결제가 완료된었습니다</a:t>
            </a:r>
            <a:r>
              <a:rPr lang="en-US" altLang="ko-KR" sz="3300">
                <a:solidFill>
                  <a:schemeClr val="dk1"/>
                </a:solidFill>
              </a:rPr>
              <a:t>.</a:t>
            </a:r>
            <a:endParaRPr lang="en-US" altLang="ko-KR" sz="3300">
              <a:solidFill>
                <a:schemeClr val="dk1"/>
              </a:solidFill>
            </a:endParaRPr>
          </a:p>
          <a:p>
            <a:pPr algn="ctr">
              <a:defRPr/>
            </a:pPr>
            <a:endParaRPr lang="ko-KR" altLang="en-US" sz="3300">
              <a:solidFill>
                <a:schemeClr val="dk1"/>
              </a:solidFill>
            </a:endParaRPr>
          </a:p>
          <a:p>
            <a:pPr algn="ctr">
              <a:defRPr/>
            </a:pPr>
            <a:r>
              <a:rPr lang="ko-KR" altLang="en-US" sz="3300">
                <a:solidFill>
                  <a:schemeClr val="dk1"/>
                </a:solidFill>
              </a:rPr>
              <a:t>감사합니다</a:t>
            </a:r>
            <a:r>
              <a:rPr lang="en-US" altLang="ko-KR" sz="3300">
                <a:solidFill>
                  <a:schemeClr val="dk1"/>
                </a:solidFill>
              </a:rPr>
              <a:t>.</a:t>
            </a:r>
            <a:endParaRPr lang="en-US" altLang="ko-KR" sz="3300">
              <a:solidFill>
                <a:schemeClr val="dk1"/>
              </a:solidFill>
            </a:endParaRPr>
          </a:p>
        </p:txBody>
      </p:sp>
      <p:sp>
        <p:nvSpPr>
          <p:cNvPr id="121" name="Rounded Rectangle 4"/>
          <p:cNvSpPr/>
          <p:nvPr/>
        </p:nvSpPr>
        <p:spPr>
          <a:xfrm>
            <a:off x="5959560" y="4072959"/>
            <a:ext cx="2569364" cy="729991"/>
          </a:xfrm>
          <a:prstGeom prst="roundRect">
            <a:avLst>
              <a:gd name="adj" fmla="val 16667"/>
            </a:avLst>
          </a:prstGeom>
          <a:solidFill>
            <a:srgbClr val="87cefa">
              <a:alpha val="100000"/>
            </a:srgbClr>
          </a:solidFill>
          <a:ln w="9525" cap="flat" cmpd="sng" algn="ctr">
            <a:solidFill>
              <a:srgbClr val="4a7ebb">
                <a:alpha val="100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4510"/>
              </a:srgbClr>
            </a:outerShdw>
          </a:effectLst>
        </p:spPr>
        <p:txBody>
          <a:bodyPr anchor="ctr"/>
          <a:p>
            <a:pPr marL="0" indent="0" algn="ctr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 sz="1400" b="1"/>
            </a:pPr>
            <a:r>
              <a:rPr xmlns:mc="http://schemas.openxmlformats.org/markup-compatibility/2006" xmlns:hp="http://schemas.haansoft.com/office/presentation/8.0" kumimoji="0" lang="ko-KR" altLang="en-US" sz="1700" b="1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주문 배송페이지</a:t>
            </a:r>
            <a:endParaRPr xmlns:mc="http://schemas.openxmlformats.org/markup-compatibility/2006" xmlns:hp="http://schemas.haansoft.com/office/presentation/8.0" kumimoji="0" lang="ko-KR" altLang="en-US" sz="1700" b="1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  <a:p>
            <a:pPr marL="0" indent="0" algn="ctr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 sz="1400" b="1"/>
            </a:pPr>
            <a:r>
              <a:rPr xmlns:mc="http://schemas.openxmlformats.org/markup-compatibility/2006" xmlns:hp="http://schemas.haansoft.com/office/presentation/8.0" kumimoji="0" lang="ko-KR" altLang="en-US" sz="1700" b="1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바로가기</a:t>
            </a:r>
            <a:endParaRPr xmlns:mc="http://schemas.openxmlformats.org/markup-compatibility/2006" xmlns:hp="http://schemas.haansoft.com/office/presentation/8.0" kumimoji="0" lang="ko-KR" altLang="en-US" sz="1700" b="1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122" name=""/>
          <p:cNvSpPr/>
          <p:nvPr/>
        </p:nvSpPr>
        <p:spPr>
          <a:xfrm>
            <a:off x="10276514" y="5976742"/>
            <a:ext cx="1912437" cy="881258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</p:spPr>
        <p:txBody>
          <a:bodyPr/>
          <a:p>
            <a:pPr marL="0" indent="0" algn="ctr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주문</a:t>
            </a:r>
            <a:endPara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  <a:p>
            <a:pPr marL="0" indent="0" algn="ctr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완료</a:t>
            </a:r>
            <a:endPara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149871475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2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sz="2400" b="1">
                <a:solidFill>
                  <a:srgbClr val="000000"/>
                </a:solidFill>
              </a:rPr>
              <a:t>00COM</a:t>
            </a:r>
            <a:endParaRPr sz="2400" b="1">
              <a:solidFill>
                <a:srgbClr val="000000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858000" y="18288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sz="1400" b="0">
                <a:solidFill>
                  <a:srgbClr val="000000"/>
                </a:solidFill>
              </a:rPr>
              <a:t>로그인   |   회원가입   |   장바구니   |   마이페이지   |   고객센터</a:t>
            </a:r>
            <a:endParaRPr sz="1400" b="0">
              <a:solidFill>
                <a:srgbClr val="000000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74320" y="109728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sz="1600" b="1">
                <a:solidFill>
                  <a:srgbClr val="000000"/>
                </a:solidFill>
              </a:rPr>
              <a:t>카테고리</a:t>
            </a:r>
            <a:endParaRPr sz="1600" b="1">
              <a:solidFill>
                <a:srgbClr val="000000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520065" cy="2971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sz="1400" b="1">
                <a:solidFill>
                  <a:srgbClr val="000000"/>
                </a:solidFill>
              </a:rPr>
              <a:t>CPU</a:t>
            </a:r>
            <a:endParaRPr sz="1400" b="1">
              <a:solidFill>
                <a:srgbClr val="000000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57200" y="192024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sz="1400" b="0">
                <a:solidFill>
                  <a:srgbClr val="000000"/>
                </a:solidFill>
              </a:rPr>
              <a:t>메인보드</a:t>
            </a:r>
            <a:endParaRPr sz="1400" b="0">
              <a:solidFill>
                <a:srgbClr val="000000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57200" y="237744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sz="1400" b="0">
                <a:solidFill>
                  <a:srgbClr val="000000"/>
                </a:solidFill>
              </a:rPr>
              <a:t>램</a:t>
            </a:r>
            <a:endParaRPr sz="1400" b="0">
              <a:solidFill>
                <a:srgbClr val="000000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57200" y="283464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sz="1400" b="0">
                <a:solidFill>
                  <a:srgbClr val="000000"/>
                </a:solidFill>
              </a:rPr>
              <a:t>그래픽카드</a:t>
            </a:r>
            <a:endParaRPr sz="1400" b="0">
              <a:solidFill>
                <a:srgbClr val="000000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57200" y="329184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sz="1400" b="0">
                <a:solidFill>
                  <a:srgbClr val="000000"/>
                </a:solidFill>
              </a:rPr>
              <a:t>SSD/HDD</a:t>
            </a:r>
            <a:endParaRPr sz="1400" b="0">
              <a:solidFill>
                <a:srgbClr val="000000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57200" y="3749039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sz="1400" b="0">
                <a:solidFill>
                  <a:srgbClr val="000000"/>
                </a:solidFill>
              </a:rPr>
              <a:t>케이스</a:t>
            </a:r>
            <a:endParaRPr sz="1400" b="0">
              <a:solidFill>
                <a:srgbClr val="000000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57200" y="420624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sz="1400" b="0">
                <a:solidFill>
                  <a:srgbClr val="000000"/>
                </a:solidFill>
              </a:rPr>
              <a:t>파워</a:t>
            </a:r>
            <a:endParaRPr sz="1400" b="0">
              <a:solidFill>
                <a:srgbClr val="000000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57200" y="4663440"/>
            <a:ext cx="567690" cy="2971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ko-KR" altLang="en-US" sz="1400" b="0">
                <a:solidFill>
                  <a:srgbClr val="000000"/>
                </a:solidFill>
              </a:rPr>
              <a:t>기타</a:t>
            </a:r>
            <a:endParaRPr lang="ko-KR" altLang="en-US" sz="1400" b="0">
              <a:solidFill>
                <a:srgbClr val="000000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74320" y="57607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sz="2000" b="1">
                <a:solidFill>
                  <a:srgbClr val="000000"/>
                </a:solidFill>
              </a:rPr>
              <a:t>00COM</a:t>
            </a:r>
            <a:endParaRPr sz="2000" b="1">
              <a:solidFill>
                <a:srgbClr val="000000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828800" y="576072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sz="1000" b="0">
                <a:solidFill>
                  <a:srgbClr val="000000"/>
                </a:solidFill>
              </a:rPr>
              <a:t>대표 : 000  |  대표전화 : 0000-0000  |  사업자번호 : 00000000</a:t>
            </a:r>
            <a:endParaRPr sz="1000" b="0">
              <a:solidFill>
                <a:srgbClr val="000000"/>
              </a:solidFill>
            </a:endParaRPr>
          </a:p>
          <a:p>
            <a:pPr lvl="0">
              <a:defRPr/>
            </a:pPr>
            <a:r>
              <a:rPr sz="1000" b="0">
                <a:solidFill>
                  <a:srgbClr val="000000"/>
                </a:solidFill>
              </a:rPr>
              <a:t>주소 : 인천광역시 00구 00동 00 주식회사 00COM  |  FAX : 000-000-0000</a:t>
            </a:r>
            <a:endParaRPr sz="1000" b="0">
              <a:solidFill>
                <a:srgbClr val="000000"/>
              </a:solidFill>
            </a:endParaRPr>
          </a:p>
          <a:p>
            <a:pPr lvl="0">
              <a:defRPr/>
            </a:pPr>
            <a:r>
              <a:rPr sz="1000" b="0">
                <a:solidFill>
                  <a:srgbClr val="000000"/>
                </a:solidFill>
              </a:rPr>
              <a:t>개인정보보호 담당자 : 000  |  이메일 : 000@000.com</a:t>
            </a:r>
            <a:endParaRPr sz="1000" b="0">
              <a:solidFill>
                <a:srgbClr val="000000"/>
              </a:solidFill>
            </a:endParaRPr>
          </a:p>
          <a:p>
            <a:pPr lvl="0">
              <a:defRPr/>
            </a:pPr>
            <a:r>
              <a:rPr sz="1000" b="0">
                <a:solidFill>
                  <a:srgbClr val="000000"/>
                </a:solidFill>
              </a:rPr>
              <a:t>통신판매신고 : 제 0000호  |  개인정보보호배상책임보험 증권번호 00000-00</a:t>
            </a:r>
            <a:endParaRPr sz="1000" b="0">
              <a:solidFill>
                <a:srgbClr val="000000"/>
              </a:solidFill>
            </a:endParaRPr>
          </a:p>
        </p:txBody>
      </p:sp>
      <p:sp>
        <p:nvSpPr>
          <p:cNvPr id="17" name=""/>
          <p:cNvSpPr/>
          <p:nvPr/>
        </p:nvSpPr>
        <p:spPr>
          <a:xfrm>
            <a:off x="2743199" y="1097280"/>
            <a:ext cx="2622636" cy="2194560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pPr algn="ctr">
              <a:defRPr/>
            </a:pPr>
            <a:endParaRPr lang="ko-KR" altLang="en-US">
              <a:solidFill>
                <a:schemeClr val="dk1"/>
              </a:solidFill>
            </a:endParaRPr>
          </a:p>
          <a:p>
            <a:pPr algn="ctr">
              <a:defRPr/>
            </a:pPr>
            <a:endParaRPr lang="ko-KR" altLang="en-US">
              <a:solidFill>
                <a:schemeClr val="dk1"/>
              </a:solidFill>
            </a:endParaRPr>
          </a:p>
          <a:p>
            <a:pPr algn="ctr">
              <a:defRPr/>
            </a:pPr>
            <a:endParaRPr lang="ko-KR" altLang="en-US">
              <a:solidFill>
                <a:schemeClr val="dk1"/>
              </a:solidFill>
            </a:endParaRPr>
          </a:p>
          <a:p>
            <a:pPr algn="ctr">
              <a:defRPr/>
            </a:pPr>
            <a:r>
              <a:rPr lang="ko-KR" altLang="en-US">
                <a:solidFill>
                  <a:schemeClr val="dk1"/>
                </a:solidFill>
              </a:rPr>
              <a:t>많이팔린 상품이미지</a:t>
            </a:r>
            <a:endParaRPr lang="ko-KR" altLang="en-US">
              <a:solidFill>
                <a:schemeClr val="dk1"/>
              </a:solidFill>
            </a:endParaRPr>
          </a:p>
        </p:txBody>
      </p:sp>
      <p:sp>
        <p:nvSpPr>
          <p:cNvPr id="20" name=""/>
          <p:cNvSpPr/>
          <p:nvPr/>
        </p:nvSpPr>
        <p:spPr>
          <a:xfrm>
            <a:off x="9081684" y="1097280"/>
            <a:ext cx="2622636" cy="2194560"/>
          </a:xfrm>
          <a:prstGeom prst="rect">
            <a:avLst/>
          </a:prstGeom>
          <a:noFill/>
          <a:ln w="9525" cap="flat" cmpd="sng" algn="ctr">
            <a:solidFill>
              <a:srgbClr val="4a7ebb">
                <a:alpha val="100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/>
          <a:p>
            <a:pPr algn="ctr">
              <a:defRPr/>
            </a:pPr>
            <a:endParaRPr lang="ko-KR" altLang="en-US">
              <a:solidFill>
                <a:schemeClr val="dk1"/>
              </a:solidFill>
            </a:endParaRPr>
          </a:p>
          <a:p>
            <a:pPr algn="ctr">
              <a:defRPr/>
            </a:pPr>
            <a:endParaRPr lang="ko-KR" altLang="en-US">
              <a:solidFill>
                <a:schemeClr val="dk1"/>
              </a:solidFill>
            </a:endParaRPr>
          </a:p>
          <a:p>
            <a:pPr algn="ctr">
              <a:defRPr/>
            </a:pPr>
            <a:endParaRPr lang="ko-KR" altLang="en-US">
              <a:solidFill>
                <a:schemeClr val="dk1"/>
              </a:solidFill>
            </a:endParaRPr>
          </a:p>
          <a:p>
            <a:pPr algn="ctr">
              <a:defRPr/>
            </a:pPr>
            <a:r>
              <a:rPr lang="ko-KR" altLang="en-US">
                <a:solidFill>
                  <a:schemeClr val="dk1"/>
                </a:solidFill>
              </a:rPr>
              <a:t>많이팔린 상품이미지</a:t>
            </a:r>
            <a:endParaRPr xmlns:mc="http://schemas.openxmlformats.org/markup-compatibility/2006" xmlns:hp="http://schemas.haansoft.com/office/presentation/8.0" kumimoji="0" sz="1800" b="0" i="0" u="none" strike="noStrike" kern="1200" cap="none" spc="0" normalizeH="0" baseline="0" mc:Ignorable="hp" hp:hslEmbossed="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21" name=""/>
          <p:cNvSpPr/>
          <p:nvPr/>
        </p:nvSpPr>
        <p:spPr>
          <a:xfrm>
            <a:off x="5912441" y="1097280"/>
            <a:ext cx="2622636" cy="2194560"/>
          </a:xfrm>
          <a:prstGeom prst="rect">
            <a:avLst/>
          </a:prstGeom>
          <a:noFill/>
          <a:ln w="9525" cap="flat" cmpd="sng" algn="ctr">
            <a:solidFill>
              <a:srgbClr val="4a7ebb">
                <a:alpha val="100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/>
          <a:p>
            <a:pPr algn="ctr">
              <a:defRPr/>
            </a:pPr>
            <a:endParaRPr lang="ko-KR" altLang="en-US">
              <a:solidFill>
                <a:schemeClr val="dk1"/>
              </a:solidFill>
            </a:endParaRPr>
          </a:p>
          <a:p>
            <a:pPr algn="ctr">
              <a:defRPr/>
            </a:pPr>
            <a:endParaRPr lang="ko-KR" altLang="en-US">
              <a:solidFill>
                <a:schemeClr val="dk1"/>
              </a:solidFill>
            </a:endParaRPr>
          </a:p>
          <a:p>
            <a:pPr algn="ctr">
              <a:defRPr/>
            </a:pPr>
            <a:endParaRPr lang="ko-KR" altLang="en-US">
              <a:solidFill>
                <a:schemeClr val="dk1"/>
              </a:solidFill>
            </a:endParaRPr>
          </a:p>
          <a:p>
            <a:pPr algn="ctr">
              <a:defRPr/>
            </a:pPr>
            <a:r>
              <a:rPr lang="ko-KR" altLang="en-US">
                <a:solidFill>
                  <a:schemeClr val="dk1"/>
                </a:solidFill>
              </a:rPr>
              <a:t>많이팔린 상품이미지</a:t>
            </a:r>
            <a:endParaRPr xmlns:mc="http://schemas.openxmlformats.org/markup-compatibility/2006" xmlns:hp="http://schemas.haansoft.com/office/presentation/8.0" kumimoji="0" sz="1800" b="0" i="0" u="none" strike="noStrike" kern="1200" cap="none" spc="0" normalizeH="0" baseline="0" mc:Ignorable="hp" hp:hslEmbossed="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22" name=""/>
          <p:cNvSpPr/>
          <p:nvPr/>
        </p:nvSpPr>
        <p:spPr>
          <a:xfrm>
            <a:off x="3079699" y="4014788"/>
            <a:ext cx="719441" cy="765810"/>
          </a:xfrm>
          <a:prstGeom prst="rect">
            <a:avLst/>
          </a:prstGeom>
          <a:solidFill>
            <a:srgbClr val="dcdcdc">
              <a:alpha val="100000"/>
            </a:srgbClr>
          </a:solidFill>
          <a:ln w="9525" cap="flat" cmpd="sng" algn="ctr">
            <a:solidFill>
              <a:srgbClr val="4a7ebb">
                <a:alpha val="100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4510"/>
              </a:srgbClr>
            </a:outerShdw>
          </a:effectLst>
        </p:spPr>
        <p:txBody>
          <a:bodyPr/>
          <a:p>
            <a:pPr marL="0" indent="0" algn="ctr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xmlns:mc="http://schemas.openxmlformats.org/markup-compatibility/2006" xmlns:hp="http://schemas.haansoft.com/office/presentation/8.0" kumimoji="0" lang="ko-KR" altLang="en-US" sz="10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  <a:p>
            <a:pPr marL="0" indent="0" algn="ctr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0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상품 이미지</a:t>
            </a:r>
            <a:endParaRPr xmlns:mc="http://schemas.openxmlformats.org/markup-compatibility/2006" xmlns:hp="http://schemas.haansoft.com/office/presentation/8.0" kumimoji="0" lang="ko-KR" altLang="en-US" sz="10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23" name=""/>
          <p:cNvSpPr/>
          <p:nvPr/>
        </p:nvSpPr>
        <p:spPr>
          <a:xfrm>
            <a:off x="4133528" y="4206240"/>
            <a:ext cx="7570792" cy="382905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4510"/>
              </a:srgbClr>
            </a:outerShdw>
          </a:effectLst>
        </p:spPr>
        <p:txBody>
          <a:bodyPr/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1200" b="0" i="0" u="none" strike="noStrike" kern="1200" cap="none" spc="0" normalizeH="0" baseline="0" mc:Ignorable="hp" hp:hslEmbossed="0">
                <a:solidFill>
                  <a:srgbClr val="000000"/>
                </a:solidFill>
                <a:effectLst/>
                <a:latin typeface="Calibri"/>
                <a:ea typeface="맑은 고딕"/>
                <a:cs typeface="Calibri"/>
              </a:rPr>
              <a:t>[AMD] 5세대 라</a:t>
            </a:r>
            <a:r>
              <a:rPr xmlns:mc="http://schemas.openxmlformats.org/markup-compatibility/2006" xmlns:hp="http://schemas.haansoft.com/office/presentation/8.0" kumimoji="0" lang="ko-KR" altLang="en-US" sz="1200" b="0" i="0" u="none" strike="noStrike" kern="1200" cap="none" spc="0" normalizeH="0" baseline="0" mc:Ignorable="hp" hp:hslEmbossed="0">
                <a:solidFill>
                  <a:srgbClr val="000000"/>
                </a:solidFill>
                <a:effectLst/>
                <a:latin typeface="Calibri"/>
                <a:ea typeface="맑은 고딕"/>
                <a:cs typeface="맑은 고딕"/>
              </a:rPr>
              <a:t>이</a:t>
            </a:r>
            <a:r>
              <a:rPr xmlns:mc="http://schemas.openxmlformats.org/markup-compatibility/2006" xmlns:hp="http://schemas.haansoft.com/office/presentation/8.0" kumimoji="0" lang="en-US" altLang="ko-KR" sz="1200" b="0" i="0" u="none" strike="noStrike" kern="1200" cap="none" spc="0" normalizeH="0" baseline="0" mc:Ignorable="hp" hp:hslEmbossed="0">
                <a:solidFill>
                  <a:srgbClr val="000000"/>
                </a:solidFill>
                <a:effectLst/>
                <a:latin typeface="Calibri"/>
                <a:ea typeface="맑은 고딕"/>
                <a:cs typeface="Calibri"/>
              </a:rPr>
              <a:t>젠7 7800X3D</a:t>
            </a:r>
            <a:r>
              <a:rPr xmlns:mc="http://schemas.openxmlformats.org/markup-compatibility/2006" xmlns:hp="http://schemas.haansoft.com/office/presentation/8.0" kumimoji="0" lang="ko-KR" altLang="en-US" sz="1200" b="0" i="0" u="none" strike="noStrike" kern="1200" cap="none" spc="0" normalizeH="0" baseline="0" mc:Ignorable="hp" hp:hslEmbossed="0">
                <a:solidFill>
                  <a:srgbClr val="000000"/>
                </a:solidFill>
                <a:effectLst/>
                <a:latin typeface="Calibri"/>
                <a:ea typeface="맑은 고딕"/>
                <a:cs typeface="Calibri"/>
              </a:rPr>
              <a:t>								</a:t>
            </a:r>
            <a:r>
              <a:rPr xmlns:mc="http://schemas.openxmlformats.org/markup-compatibility/2006" xmlns:hp="http://schemas.haansoft.com/office/presentation/8.0" kumimoji="0" lang="ko-KR" altLang="en-US" sz="1200" b="0" i="0" u="none" strike="noStrike" kern="1200" cap="none" spc="0" normalizeH="0" baseline="0" mc:Ignorable="hp" hp:hslEmbossed="0">
                <a:solidFill>
                  <a:srgbClr val="000000"/>
                </a:solidFill>
                <a:effectLst/>
                <a:latin typeface="Calibri"/>
                <a:ea typeface="맑은 고딕"/>
                <a:cs typeface="맑은 고딕"/>
              </a:rPr>
              <a:t>			</a:t>
            </a:r>
            <a:r>
              <a:rPr xmlns:mc="http://schemas.openxmlformats.org/markup-compatibility/2006" xmlns:hp="http://schemas.haansoft.com/office/presentation/8.0" kumimoji="0" lang="en-US" altLang="ko-KR" sz="1200" b="0" i="0" u="none" strike="noStrike" kern="1200" cap="none" spc="0" normalizeH="0" baseline="0" mc:Ignorable="hp" hp:hslEmbossed="0">
                <a:solidFill>
                  <a:srgbClr val="000000"/>
                </a:solidFill>
                <a:effectLst/>
                <a:latin typeface="Calibri"/>
                <a:ea typeface="맑은 고딕"/>
                <a:cs typeface="Calibri"/>
              </a:rPr>
              <a:t>567,800</a:t>
            </a:r>
            <a:endParaRPr xmlns:mc="http://schemas.openxmlformats.org/markup-compatibility/2006" xmlns:hp="http://schemas.haansoft.com/office/presentation/8.0" kumimoji="0" lang="en-US" altLang="ko-KR" sz="1200" b="0" i="0" u="none" strike="noStrike" kern="1200" cap="none" spc="0" normalizeH="0" baseline="0" mc:Ignorable="hp" hp:hslEmbossed="0">
              <a:solidFill>
                <a:srgbClr val="000000"/>
              </a:solidFill>
              <a:effectLst/>
              <a:latin typeface="Calibri"/>
              <a:ea typeface="맑은 고딕"/>
              <a:cs typeface="Calibri"/>
            </a:endParaRPr>
          </a:p>
        </p:txBody>
      </p:sp>
      <p:cxnSp>
        <p:nvCxnSpPr>
          <p:cNvPr id="24" name=""/>
          <p:cNvCxnSpPr/>
          <p:nvPr/>
        </p:nvCxnSpPr>
        <p:spPr>
          <a:xfrm>
            <a:off x="2743204" y="4929188"/>
            <a:ext cx="8961117" cy="0"/>
          </a:xfrm>
          <a:prstGeom prst="line">
            <a:avLst/>
          </a:prstGeom>
          <a:noFill/>
          <a:ln w="25400" cap="flat" cmpd="sng" algn="ctr">
            <a:solidFill>
              <a:srgbClr val="dcdcdc">
                <a:alpha val="100000"/>
              </a:srgbClr>
            </a:solidFill>
            <a:prstDash val="solid"/>
          </a:ln>
          <a:effectLst/>
        </p:spPr>
      </p:cxnSp>
      <p:sp>
        <p:nvSpPr>
          <p:cNvPr id="25" name=""/>
          <p:cNvSpPr/>
          <p:nvPr/>
        </p:nvSpPr>
        <p:spPr>
          <a:xfrm>
            <a:off x="2743203" y="4661549"/>
            <a:ext cx="123955" cy="119049"/>
          </a:xfrm>
          <a:prstGeom prst="rect">
            <a:avLst/>
          </a:prstGeom>
          <a:solidFill>
            <a:srgbClr val="ffffff">
              <a:alpha val="100000"/>
            </a:srgbClr>
          </a:solidFill>
          <a:ln w="9525" cap="flat" cmpd="sng" algn="ctr">
            <a:solidFill>
              <a:srgbClr val="000000">
                <a:alpha val="100000"/>
              </a:srgbClr>
            </a:solidFill>
            <a:prstDash val="solid"/>
          </a:ln>
          <a:effectLst/>
        </p:spPr>
        <p:txBody>
          <a:bodyPr/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xmlns:mc="http://schemas.openxmlformats.org/markup-compatibility/2006" xmlns:hp="http://schemas.haansoft.com/office/presentation/8.0" kumimoji="0" sz="1800" b="0" i="0" u="none" strike="noStrike" kern="1200" cap="none" spc="0" normalizeH="0" baseline="0" mc:Ignorable="hp" hp:hslEmbossed="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26" name=""/>
          <p:cNvSpPr/>
          <p:nvPr/>
        </p:nvSpPr>
        <p:spPr>
          <a:xfrm>
            <a:off x="2743204" y="3566160"/>
            <a:ext cx="696215" cy="320039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/>
          <a:p>
            <a:pPr marL="0" indent="0" algn="ctr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200" b="0" i="0" u="none" strike="noStrike" kern="1200" cap="none" spc="0" normalizeH="0" baseline="0" mc:Ignorable="hp" hp:hslEmbossed="0">
                <a:solidFill>
                  <a:srgbClr val="000000"/>
                </a:solidFill>
                <a:effectLst/>
                <a:latin typeface="Calibri"/>
                <a:ea typeface="맑은 고딕"/>
                <a:cs typeface="맑은 고딕"/>
              </a:rPr>
              <a:t>브랜드</a:t>
            </a:r>
            <a:endParaRPr xmlns:mc="http://schemas.openxmlformats.org/markup-compatibility/2006" xmlns:hp="http://schemas.haansoft.com/office/presentation/8.0" kumimoji="0" lang="ko-KR" altLang="en-US" sz="1200" b="0" i="0" u="none" strike="noStrike" kern="1200" cap="none" spc="0" normalizeH="0" baseline="0" mc:Ignorable="hp" hp:hslEmbossed="0">
              <a:solidFill>
                <a:srgbClr val="000000"/>
              </a:solidFill>
              <a:effectLst/>
              <a:latin typeface="Calibri"/>
              <a:ea typeface="맑은 고딕"/>
              <a:cs typeface="맑은 고딕"/>
            </a:endParaRPr>
          </a:p>
        </p:txBody>
      </p:sp>
      <p:sp>
        <p:nvSpPr>
          <p:cNvPr id="27" name=""/>
          <p:cNvSpPr/>
          <p:nvPr/>
        </p:nvSpPr>
        <p:spPr>
          <a:xfrm>
            <a:off x="3373629" y="3566160"/>
            <a:ext cx="1113866" cy="308610"/>
          </a:xfrm>
          <a:prstGeom prst="rect">
            <a:avLst/>
          </a:prstGeom>
          <a:solidFill>
            <a:srgbClr val="dcdcdc">
              <a:alpha val="100000"/>
            </a:srgbClr>
          </a:solidFill>
          <a:ln w="9525" cap="flat" cmpd="sng" algn="ctr">
            <a:solidFill>
              <a:srgbClr val="4a7ebb">
                <a:alpha val="100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/>
          <a:p>
            <a:pPr marL="0" indent="0" algn="ctr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Calibri"/>
              </a:rPr>
              <a:t>:::AMD:::</a:t>
            </a:r>
            <a:endPara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Calibri"/>
            </a:endParaRPr>
          </a:p>
        </p:txBody>
      </p:sp>
      <p:sp>
        <p:nvSpPr>
          <p:cNvPr id="28" name=""/>
          <p:cNvSpPr/>
          <p:nvPr/>
        </p:nvSpPr>
        <p:spPr>
          <a:xfrm>
            <a:off x="4611455" y="3554731"/>
            <a:ext cx="696215" cy="320039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/>
          <a:p>
            <a:pPr marL="0" indent="0" algn="ctr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200" b="0" i="0" u="none" strike="noStrike" kern="1200" cap="none" spc="0" normalizeH="0" baseline="0" mc:Ignorable="hp" hp:hslEmbossed="0">
                <a:solidFill>
                  <a:srgbClr val="000000"/>
                </a:solidFill>
                <a:effectLst/>
                <a:latin typeface="Calibri"/>
                <a:ea typeface="맑은 고딕"/>
                <a:cs typeface="맑은 고딕"/>
              </a:rPr>
              <a:t>코어 수</a:t>
            </a:r>
            <a:endParaRPr xmlns:mc="http://schemas.openxmlformats.org/markup-compatibility/2006" xmlns:hp="http://schemas.haansoft.com/office/presentation/8.0" kumimoji="0" lang="ko-KR" altLang="en-US" sz="1200" b="0" i="0" u="none" strike="noStrike" kern="1200" cap="none" spc="0" normalizeH="0" baseline="0" mc:Ignorable="hp" hp:hslEmbossed="0">
              <a:solidFill>
                <a:srgbClr val="000000"/>
              </a:solidFill>
              <a:effectLst/>
              <a:latin typeface="Calibri"/>
              <a:ea typeface="맑은 고딕"/>
              <a:cs typeface="맑은 고딕"/>
            </a:endParaRPr>
          </a:p>
        </p:txBody>
      </p:sp>
      <p:sp>
        <p:nvSpPr>
          <p:cNvPr id="29" name=""/>
          <p:cNvSpPr/>
          <p:nvPr/>
        </p:nvSpPr>
        <p:spPr>
          <a:xfrm>
            <a:off x="5307670" y="3554731"/>
            <a:ext cx="1250319" cy="308610"/>
          </a:xfrm>
          <a:prstGeom prst="rect">
            <a:avLst/>
          </a:prstGeom>
          <a:solidFill>
            <a:srgbClr val="dcdcdc">
              <a:alpha val="100000"/>
            </a:srgbClr>
          </a:solidFill>
          <a:ln w="9525" cap="flat" cmpd="sng" algn="ctr">
            <a:solidFill>
              <a:srgbClr val="4a7ebb">
                <a:alpha val="100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/>
          <a:p>
            <a:pPr marL="0" indent="0" algn="ctr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Calibri"/>
              </a:rPr>
              <a:t>:::8</a:t>
            </a: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Calibri"/>
              </a:rPr>
              <a:t>코어</a:t>
            </a:r>
            <a:r>
              <a: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Calibri"/>
              </a:rPr>
              <a:t>:::</a:t>
            </a:r>
            <a:endPara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Calibri"/>
            </a:endParaRPr>
          </a:p>
        </p:txBody>
      </p:sp>
      <p:sp>
        <p:nvSpPr>
          <p:cNvPr id="32" name=""/>
          <p:cNvSpPr/>
          <p:nvPr/>
        </p:nvSpPr>
        <p:spPr>
          <a:xfrm>
            <a:off x="7014356" y="3600763"/>
            <a:ext cx="3512320" cy="274007"/>
          </a:xfrm>
          <a:prstGeom prst="rect">
            <a:avLst/>
          </a:prstGeom>
          <a:solidFill>
            <a:srgbClr val="ffffff">
              <a:alpha val="100000"/>
            </a:srgbClr>
          </a:solidFill>
          <a:ln w="9525" cap="flat" cmpd="sng" algn="ctr">
            <a:solidFill>
              <a:srgbClr val="000000">
                <a:alpha val="100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4510"/>
              </a:srgbClr>
            </a:outerShdw>
          </a:effectLst>
        </p:spPr>
        <p:txBody>
          <a:bodyPr/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xmlns:mc="http://schemas.openxmlformats.org/markup-compatibility/2006" xmlns:hp="http://schemas.haansoft.com/office/presentation/8.0" kumimoji="0" sz="1800" b="0" i="0" u="none" strike="noStrike" kern="1200" cap="none" spc="0" normalizeH="0" baseline="0" mc:Ignorable="hp" hp:hslEmbossed="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33" name="Rounded Rectangle 4"/>
          <p:cNvSpPr/>
          <p:nvPr/>
        </p:nvSpPr>
        <p:spPr>
          <a:xfrm>
            <a:off x="10699096" y="3600763"/>
            <a:ext cx="857251" cy="274007"/>
          </a:xfrm>
          <a:prstGeom prst="roundRect">
            <a:avLst>
              <a:gd name="adj" fmla="val 16667"/>
            </a:avLst>
          </a:prstGeom>
          <a:solidFill>
            <a:srgbClr val="87cefa">
              <a:alpha val="100000"/>
            </a:srgbClr>
          </a:solidFill>
          <a:ln w="9525" cap="flat" cmpd="sng" algn="ctr">
            <a:solidFill>
              <a:srgbClr val="4a7ebb">
                <a:alpha val="100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4510"/>
              </a:srgbClr>
            </a:outerShdw>
          </a:effectLst>
        </p:spPr>
        <p:txBody>
          <a:bodyPr anchor="ctr"/>
          <a:p>
            <a:pPr marL="0" indent="0" algn="ctr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 sz="1400" b="1"/>
            </a:pPr>
            <a:r>
              <a:rPr xmlns:mc="http://schemas.openxmlformats.org/markup-compatibility/2006" xmlns:hp="http://schemas.haansoft.com/office/presentation/8.0" kumimoji="0" lang="ko-KR" altLang="en-US" sz="1400" b="1" i="0" u="none" strike="noStrike" kern="1200" cap="none" spc="0" normalizeH="0" baseline="0" mc:Ignorable="hp" hp:hslEmbossed="0">
                <a:solidFill>
                  <a:schemeClr val="tx1"/>
                </a:solidFill>
                <a:latin typeface="Calibri"/>
                <a:ea typeface="맑은 고딕"/>
                <a:cs typeface="맑은 고딕"/>
              </a:rPr>
              <a:t>검색</a:t>
            </a:r>
            <a:endParaRPr xmlns:mc="http://schemas.openxmlformats.org/markup-compatibility/2006" xmlns:hp="http://schemas.haansoft.com/office/presentation/8.0" kumimoji="0" lang="ko-KR" altLang="en-US" sz="1400" b="1" i="0" u="none" strike="noStrike" kern="1200" cap="none" spc="0" normalizeH="0" baseline="0" mc:Ignorable="hp" hp:hslEmbossed="0">
              <a:solidFill>
                <a:schemeClr val="tx1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34" name=""/>
          <p:cNvSpPr/>
          <p:nvPr/>
        </p:nvSpPr>
        <p:spPr>
          <a:xfrm>
            <a:off x="10276514" y="5976742"/>
            <a:ext cx="1912437" cy="881258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</p:spPr>
        <p:txBody>
          <a:bodyPr/>
          <a:p>
            <a:pPr marL="0" indent="0" algn="ctr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카테고리</a:t>
            </a:r>
            <a:endPara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  <a:p>
            <a:pPr marL="0" indent="0" algn="ctr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CPU</a:t>
            </a:r>
            <a:endPara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239712845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2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014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sz="2400" b="1">
                <a:solidFill>
                  <a:srgbClr val="000000"/>
                </a:solidFill>
              </a:rPr>
              <a:t>00COM</a:t>
            </a:r>
            <a:endParaRPr sz="2400" b="1">
              <a:solidFill>
                <a:srgbClr val="000000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857999" y="182880"/>
            <a:ext cx="5053966" cy="30099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sz="1400" b="0">
                <a:solidFill>
                  <a:srgbClr val="000000"/>
                </a:solidFill>
              </a:rPr>
              <a:t>로그인   |   회원가입   |   장바구니   |   마이페이지   |   고객센터</a:t>
            </a:r>
            <a:endParaRPr sz="1400" b="0">
              <a:solidFill>
                <a:srgbClr val="000000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74320" y="1097280"/>
            <a:ext cx="1026795" cy="33909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sz="1600" b="1">
                <a:solidFill>
                  <a:srgbClr val="000000"/>
                </a:solidFill>
              </a:rPr>
              <a:t>카테고리</a:t>
            </a:r>
            <a:endParaRPr sz="1600" b="1">
              <a:solidFill>
                <a:srgbClr val="000000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520065" cy="2971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sz="1400" b="1">
                <a:solidFill>
                  <a:srgbClr val="000000"/>
                </a:solidFill>
              </a:rPr>
              <a:t>CPU</a:t>
            </a:r>
            <a:endParaRPr sz="1400" b="1">
              <a:solidFill>
                <a:srgbClr val="000000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57200" y="1920240"/>
            <a:ext cx="929640" cy="2971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sz="1400" b="0">
                <a:solidFill>
                  <a:srgbClr val="000000"/>
                </a:solidFill>
              </a:rPr>
              <a:t>메인보드</a:t>
            </a:r>
            <a:endParaRPr sz="1400" b="0">
              <a:solidFill>
                <a:srgbClr val="000000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57200" y="2377440"/>
            <a:ext cx="396240" cy="2971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sz="1400" b="0">
                <a:solidFill>
                  <a:srgbClr val="000000"/>
                </a:solidFill>
              </a:rPr>
              <a:t>램</a:t>
            </a:r>
            <a:endParaRPr sz="1400" b="0">
              <a:solidFill>
                <a:srgbClr val="000000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57200" y="2834640"/>
            <a:ext cx="1101090" cy="2971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sz="1400" b="0">
                <a:solidFill>
                  <a:srgbClr val="000000"/>
                </a:solidFill>
              </a:rPr>
              <a:t>그래픽카드</a:t>
            </a:r>
            <a:endParaRPr sz="1400" b="0">
              <a:solidFill>
                <a:srgbClr val="000000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57200" y="3291840"/>
            <a:ext cx="882015" cy="2971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sz="1400" b="0">
                <a:solidFill>
                  <a:srgbClr val="000000"/>
                </a:solidFill>
              </a:rPr>
              <a:t>SSD/HDD</a:t>
            </a:r>
            <a:endParaRPr sz="1400" b="0">
              <a:solidFill>
                <a:srgbClr val="000000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57200" y="3749039"/>
            <a:ext cx="748665" cy="29718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sz="1400" b="0">
                <a:solidFill>
                  <a:srgbClr val="000000"/>
                </a:solidFill>
              </a:rPr>
              <a:t>케이스</a:t>
            </a:r>
            <a:endParaRPr sz="1400" b="0">
              <a:solidFill>
                <a:srgbClr val="000000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57200" y="4206240"/>
            <a:ext cx="567690" cy="2971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sz="1400" b="0">
                <a:solidFill>
                  <a:srgbClr val="000000"/>
                </a:solidFill>
              </a:rPr>
              <a:t>파워</a:t>
            </a:r>
            <a:endParaRPr sz="1400" b="0">
              <a:solidFill>
                <a:srgbClr val="000000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57200" y="4663440"/>
            <a:ext cx="567690" cy="2971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ko-KR" altLang="en-US" sz="1400" b="0">
                <a:solidFill>
                  <a:srgbClr val="000000"/>
                </a:solidFill>
              </a:rPr>
              <a:t>기타</a:t>
            </a:r>
            <a:endParaRPr lang="ko-KR" altLang="en-US" sz="1400" b="0">
              <a:solidFill>
                <a:srgbClr val="000000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74320" y="5760720"/>
            <a:ext cx="998220" cy="39052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sz="2000" b="1">
                <a:solidFill>
                  <a:srgbClr val="000000"/>
                </a:solidFill>
              </a:rPr>
              <a:t>00COM</a:t>
            </a:r>
            <a:endParaRPr sz="2000" b="1">
              <a:solidFill>
                <a:srgbClr val="000000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828800" y="5760720"/>
            <a:ext cx="4368165" cy="69532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sz="1000" b="0">
                <a:solidFill>
                  <a:srgbClr val="000000"/>
                </a:solidFill>
              </a:rPr>
              <a:t>대표 : 000  |  대표전화 : 0000-0000  |  사업자번호 : 00000000</a:t>
            </a:r>
            <a:endParaRPr sz="1000" b="0">
              <a:solidFill>
                <a:srgbClr val="000000"/>
              </a:solidFill>
            </a:endParaRPr>
          </a:p>
          <a:p>
            <a:pPr lvl="0">
              <a:defRPr/>
            </a:pPr>
            <a:r>
              <a:rPr sz="1000" b="0">
                <a:solidFill>
                  <a:srgbClr val="000000"/>
                </a:solidFill>
              </a:rPr>
              <a:t>주소 : 인천광역시 00구 00동 00 주식회사 00COM  |  FAX : 000-000-0000</a:t>
            </a:r>
            <a:endParaRPr sz="1000" b="0">
              <a:solidFill>
                <a:srgbClr val="000000"/>
              </a:solidFill>
            </a:endParaRPr>
          </a:p>
          <a:p>
            <a:pPr lvl="0">
              <a:defRPr/>
            </a:pPr>
            <a:r>
              <a:rPr sz="1000" b="0">
                <a:solidFill>
                  <a:srgbClr val="000000"/>
                </a:solidFill>
              </a:rPr>
              <a:t>개인정보보호 담당자 : 000  |  이메일 : 000@000.com</a:t>
            </a:r>
            <a:endParaRPr sz="1000" b="0">
              <a:solidFill>
                <a:srgbClr val="000000"/>
              </a:solidFill>
            </a:endParaRPr>
          </a:p>
          <a:p>
            <a:pPr lvl="0">
              <a:defRPr/>
            </a:pPr>
            <a:r>
              <a:rPr sz="1000" b="0">
                <a:solidFill>
                  <a:srgbClr val="000000"/>
                </a:solidFill>
              </a:rPr>
              <a:t>통신판매신고 : 제 0000호  |  개인정보보호배상책임보험 증권번호 00000-00</a:t>
            </a:r>
            <a:endParaRPr sz="1000" b="0">
              <a:solidFill>
                <a:srgbClr val="000000"/>
              </a:solidFill>
            </a:endParaRPr>
          </a:p>
        </p:txBody>
      </p:sp>
      <p:sp>
        <p:nvSpPr>
          <p:cNvPr id="17" name=""/>
          <p:cNvSpPr/>
          <p:nvPr/>
        </p:nvSpPr>
        <p:spPr>
          <a:xfrm>
            <a:off x="2743199" y="1097280"/>
            <a:ext cx="3699092" cy="3566160"/>
          </a:xfrm>
          <a:prstGeom prst="rect">
            <a:avLst/>
          </a:prstGeom>
          <a:solidFill>
            <a:srgbClr val="dcdcd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pPr algn="ctr">
              <a:defRPr/>
            </a:pPr>
            <a:endParaRPr lang="ko-KR" altLang="en-US">
              <a:solidFill>
                <a:schemeClr val="dk1"/>
              </a:solidFill>
            </a:endParaRPr>
          </a:p>
          <a:p>
            <a:pPr algn="ctr">
              <a:defRPr/>
            </a:pPr>
            <a:endParaRPr lang="ko-KR" altLang="en-US">
              <a:solidFill>
                <a:schemeClr val="dk1"/>
              </a:solidFill>
            </a:endParaRPr>
          </a:p>
          <a:p>
            <a:pPr algn="ctr">
              <a:defRPr/>
            </a:pPr>
            <a:endParaRPr lang="ko-KR" altLang="en-US">
              <a:solidFill>
                <a:schemeClr val="dk1"/>
              </a:solidFill>
            </a:endParaRPr>
          </a:p>
          <a:p>
            <a:pPr algn="ctr">
              <a:defRPr/>
            </a:pPr>
            <a:r>
              <a:rPr lang="ko-KR" altLang="en-US">
                <a:solidFill>
                  <a:schemeClr val="dk1"/>
                </a:solidFill>
              </a:rPr>
              <a:t>상품이미지</a:t>
            </a:r>
            <a:endParaRPr lang="ko-KR" altLang="en-US">
              <a:solidFill>
                <a:schemeClr val="dk1"/>
              </a:solidFill>
            </a:endParaRPr>
          </a:p>
        </p:txBody>
      </p:sp>
      <p:sp>
        <p:nvSpPr>
          <p:cNvPr id="20" name=""/>
          <p:cNvSpPr/>
          <p:nvPr/>
        </p:nvSpPr>
        <p:spPr>
          <a:xfrm>
            <a:off x="6343561" y="4766310"/>
            <a:ext cx="2518252" cy="1988820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/>
          <a:p>
            <a:pPr algn="ctr">
              <a:defRPr/>
            </a:pPr>
            <a:r>
              <a:rPr lang="en-US" altLang="ko-KR">
                <a:solidFill>
                  <a:schemeClr val="dk1"/>
                </a:solidFill>
              </a:rPr>
              <a:t>//</a:t>
            </a:r>
            <a:r>
              <a:rPr lang="ko-KR" altLang="en-US">
                <a:solidFill>
                  <a:schemeClr val="dk1"/>
                </a:solidFill>
              </a:rPr>
              <a:t>누르면 장바구니에 담고</a:t>
            </a:r>
            <a:endParaRPr lang="ko-KR" altLang="en-US">
              <a:solidFill>
                <a:schemeClr val="dk1"/>
              </a:solidFill>
            </a:endParaRPr>
          </a:p>
          <a:p>
            <a:pPr algn="ctr">
              <a:defRPr/>
            </a:pPr>
            <a:r>
              <a:rPr lang="ko-KR" altLang="en-US">
                <a:solidFill>
                  <a:schemeClr val="dk1"/>
                </a:solidFill>
              </a:rPr>
              <a:t>팝업창으로 </a:t>
            </a:r>
            <a:endParaRPr lang="ko-KR" altLang="en-US">
              <a:solidFill>
                <a:schemeClr val="dk1"/>
              </a:solidFill>
            </a:endParaRPr>
          </a:p>
          <a:p>
            <a:pPr algn="ctr">
              <a:defRPr/>
            </a:pPr>
            <a:r>
              <a:rPr lang="en-US" altLang="ko-KR">
                <a:solidFill>
                  <a:schemeClr val="dk1"/>
                </a:solidFill>
              </a:rPr>
              <a:t>“</a:t>
            </a:r>
            <a:r>
              <a:rPr lang="ko-KR" altLang="en-US">
                <a:solidFill>
                  <a:schemeClr val="dk1"/>
                </a:solidFill>
              </a:rPr>
              <a:t>상품을 담았습니다</a:t>
            </a:r>
            <a:r>
              <a:rPr lang="en-US" altLang="ko-KR">
                <a:solidFill>
                  <a:schemeClr val="dk1"/>
                </a:solidFill>
              </a:rPr>
              <a:t>.</a:t>
            </a:r>
            <a:r>
              <a:rPr lang="ko-KR" altLang="en-US">
                <a:solidFill>
                  <a:schemeClr val="dk1"/>
                </a:solidFill>
              </a:rPr>
              <a:t> 장바구니로 이동하시겠습니까</a:t>
            </a:r>
            <a:r>
              <a:rPr lang="en-US" altLang="ko-KR">
                <a:solidFill>
                  <a:schemeClr val="dk1"/>
                </a:solidFill>
              </a:rPr>
              <a:t>?”</a:t>
            </a:r>
            <a:endParaRPr lang="en-US" altLang="ko-KR">
              <a:solidFill>
                <a:schemeClr val="dk1"/>
              </a:solidFill>
            </a:endParaRPr>
          </a:p>
          <a:p>
            <a:pPr algn="ctr">
              <a:defRPr/>
            </a:pPr>
            <a:r>
              <a:rPr lang="ko-KR" altLang="en-US">
                <a:solidFill>
                  <a:schemeClr val="dk1"/>
                </a:solidFill>
              </a:rPr>
              <a:t>출력됨</a:t>
            </a:r>
            <a:endParaRPr lang="ko-KR" altLang="en-US">
              <a:solidFill>
                <a:schemeClr val="dk1"/>
              </a:solidFill>
            </a:endParaRPr>
          </a:p>
        </p:txBody>
      </p:sp>
      <p:sp>
        <p:nvSpPr>
          <p:cNvPr id="23" name=""/>
          <p:cNvSpPr/>
          <p:nvPr/>
        </p:nvSpPr>
        <p:spPr>
          <a:xfrm>
            <a:off x="6828932" y="1611630"/>
            <a:ext cx="3090952" cy="845820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4510"/>
              </a:srgbClr>
            </a:outerShdw>
          </a:effectLst>
        </p:spPr>
        <p:txBody>
          <a:bodyPr/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1200" b="0" i="0" u="none" strike="noStrike" kern="1200" cap="none" spc="0" normalizeH="0" baseline="0" mc:Ignorable="hp" hp:hslEmbossed="0">
                <a:solidFill>
                  <a:srgbClr val="000000"/>
                </a:solidFill>
                <a:effectLst/>
                <a:latin typeface="Calibri"/>
                <a:ea typeface="맑은 고딕"/>
                <a:cs typeface="Calibri"/>
              </a:rPr>
              <a:t>[AMD] 5세대 라</a:t>
            </a:r>
            <a:r>
              <a:rPr xmlns:mc="http://schemas.openxmlformats.org/markup-compatibility/2006" xmlns:hp="http://schemas.haansoft.com/office/presentation/8.0" kumimoji="0" lang="ko-KR" altLang="en-US" sz="1200" b="0" i="0" u="none" strike="noStrike" kern="1200" cap="none" spc="0" normalizeH="0" baseline="0" mc:Ignorable="hp" hp:hslEmbossed="0">
                <a:solidFill>
                  <a:srgbClr val="000000"/>
                </a:solidFill>
                <a:effectLst/>
                <a:latin typeface="Calibri"/>
                <a:ea typeface="맑은 고딕"/>
                <a:cs typeface="맑은 고딕"/>
              </a:rPr>
              <a:t>이</a:t>
            </a:r>
            <a:r>
              <a:rPr xmlns:mc="http://schemas.openxmlformats.org/markup-compatibility/2006" xmlns:hp="http://schemas.haansoft.com/office/presentation/8.0" kumimoji="0" lang="en-US" altLang="ko-KR" sz="1200" b="0" i="0" u="none" strike="noStrike" kern="1200" cap="none" spc="0" normalizeH="0" baseline="0" mc:Ignorable="hp" hp:hslEmbossed="0">
                <a:solidFill>
                  <a:srgbClr val="000000"/>
                </a:solidFill>
                <a:effectLst/>
                <a:latin typeface="Calibri"/>
                <a:ea typeface="맑은 고딕"/>
                <a:cs typeface="Calibri"/>
              </a:rPr>
              <a:t>젠7 7800X3D</a:t>
            </a:r>
            <a:endParaRPr xmlns:mc="http://schemas.openxmlformats.org/markup-compatibility/2006" xmlns:hp="http://schemas.haansoft.com/office/presentation/8.0" kumimoji="0" lang="en-US" altLang="ko-KR" sz="1200" b="0" i="0" u="none" strike="noStrike" kern="1200" cap="none" spc="0" normalizeH="0" baseline="0" mc:Ignorable="hp" hp:hslEmbossed="0">
              <a:solidFill>
                <a:srgbClr val="000000"/>
              </a:solidFill>
              <a:effectLst/>
              <a:latin typeface="Calibri"/>
              <a:ea typeface="맑은 고딕"/>
              <a:cs typeface="Calibri"/>
            </a:endParaRP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xmlns:mc="http://schemas.openxmlformats.org/markup-compatibility/2006" xmlns:hp="http://schemas.haansoft.com/office/presentation/8.0" kumimoji="0" lang="en-US" altLang="ko-KR" sz="1200" b="0" i="0" u="none" strike="noStrike" kern="1200" cap="none" spc="0" normalizeH="0" baseline="0" mc:Ignorable="hp" hp:hslEmbossed="0">
              <a:solidFill>
                <a:srgbClr val="000000"/>
              </a:solidFill>
              <a:effectLst/>
              <a:latin typeface="Calibri"/>
              <a:ea typeface="맑은 고딕"/>
              <a:cs typeface="Calibri"/>
            </a:endParaRP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xmlns:mc="http://schemas.openxmlformats.org/markup-compatibility/2006" xmlns:hp="http://schemas.haansoft.com/office/presentation/8.0" kumimoji="0" lang="en-US" altLang="ko-KR" sz="1200" b="0" i="0" u="none" strike="noStrike" kern="1200" cap="none" spc="0" normalizeH="0" baseline="0" mc:Ignorable="hp" hp:hslEmbossed="0">
              <a:solidFill>
                <a:srgbClr val="000000"/>
              </a:solidFill>
              <a:effectLst/>
              <a:latin typeface="Calibri"/>
              <a:ea typeface="맑은 고딕"/>
              <a:cs typeface="Calibri"/>
            </a:endParaRP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1200" b="0" i="0" u="none" strike="noStrike" kern="1200" cap="none" spc="0" normalizeH="0" baseline="0" mc:Ignorable="hp" hp:hslEmbossed="0">
                <a:solidFill>
                  <a:srgbClr val="000000"/>
                </a:solidFill>
                <a:effectLst/>
                <a:latin typeface="Calibri"/>
                <a:ea typeface="맑은 고딕"/>
                <a:cs typeface="Calibri"/>
              </a:rPr>
              <a:t>567,800</a:t>
            </a:r>
            <a:endParaRPr xmlns:mc="http://schemas.openxmlformats.org/markup-compatibility/2006" xmlns:hp="http://schemas.haansoft.com/office/presentation/8.0" kumimoji="0" lang="en-US" altLang="ko-KR" sz="1200" b="0" i="0" u="none" strike="noStrike" kern="1200" cap="none" spc="0" normalizeH="0" baseline="0" mc:Ignorable="hp" hp:hslEmbossed="0">
              <a:solidFill>
                <a:srgbClr val="000000"/>
              </a:solidFill>
              <a:effectLst/>
              <a:latin typeface="Calibri"/>
              <a:ea typeface="맑은 고딕"/>
              <a:cs typeface="Calibri"/>
            </a:endParaRP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xmlns:mc="http://schemas.openxmlformats.org/markup-compatibility/2006" xmlns:hp="http://schemas.haansoft.com/office/presentation/8.0" kumimoji="0" lang="en-US" altLang="ko-KR" sz="1200" b="0" i="0" u="none" strike="noStrike" kern="1200" cap="none" spc="0" normalizeH="0" baseline="0" mc:Ignorable="hp" hp:hslEmbossed="0">
              <a:solidFill>
                <a:srgbClr val="000000"/>
              </a:solidFill>
              <a:effectLst/>
              <a:latin typeface="Calibri"/>
              <a:ea typeface="맑은 고딕"/>
              <a:cs typeface="Calibri"/>
            </a:endParaRP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xmlns:mc="http://schemas.openxmlformats.org/markup-compatibility/2006" xmlns:hp="http://schemas.haansoft.com/office/presentation/8.0" kumimoji="0" lang="en-US" altLang="ko-KR" sz="1200" b="0" i="0" u="none" strike="noStrike" kern="1200" cap="none" spc="0" normalizeH="0" baseline="0" mc:Ignorable="hp" hp:hslEmbossed="0">
              <a:solidFill>
                <a:srgbClr val="000000"/>
              </a:solidFill>
              <a:effectLst/>
              <a:latin typeface="Calibri"/>
              <a:ea typeface="맑은 고딕"/>
              <a:cs typeface="Calibri"/>
            </a:endParaRPr>
          </a:p>
        </p:txBody>
      </p:sp>
      <p:sp>
        <p:nvSpPr>
          <p:cNvPr id="36" name=""/>
          <p:cNvSpPr/>
          <p:nvPr/>
        </p:nvSpPr>
        <p:spPr>
          <a:xfrm>
            <a:off x="6932676" y="2983230"/>
            <a:ext cx="498171" cy="220353"/>
          </a:xfrm>
          <a:prstGeom prst="rect">
            <a:avLst/>
          </a:prstGeom>
          <a:noFill/>
          <a:ln w="9525" cap="flat" cmpd="sng" algn="ctr">
            <a:solidFill>
              <a:srgbClr val="4a7ebb">
                <a:alpha val="100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/>
          <a:p>
            <a:pPr marL="0" indent="0" algn="ctr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10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1</a:t>
            </a:r>
            <a:endParaRPr xmlns:mc="http://schemas.openxmlformats.org/markup-compatibility/2006" xmlns:hp="http://schemas.haansoft.com/office/presentation/8.0" kumimoji="0" sz="1800" b="0" i="0" u="none" strike="noStrike" kern="1200" cap="none" spc="0" normalizeH="0" baseline="0" mc:Ignorable="hp" hp:hslEmbossed="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37" name=""/>
          <p:cNvSpPr/>
          <p:nvPr/>
        </p:nvSpPr>
        <p:spPr>
          <a:xfrm>
            <a:off x="7430847" y="2983230"/>
            <a:ext cx="195719" cy="220353"/>
          </a:xfrm>
          <a:prstGeom prst="rect">
            <a:avLst/>
          </a:prstGeom>
          <a:noFill/>
          <a:ln w="9525" cap="flat" cmpd="sng" algn="ctr">
            <a:solidFill>
              <a:srgbClr val="4a7ebb">
                <a:alpha val="100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/>
          <a:p>
            <a:pPr marL="0" indent="0" algn="ctr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1000" b="1" i="0" u="none" strike="noStrike" kern="1200" cap="none" spc="0" normalizeH="0" baseline="0" mc:Ignorable="hp" hp:hslEmbossed="0">
                <a:solidFill>
                  <a:schemeClr val="tx1"/>
                </a:solidFill>
                <a:latin typeface="Calibri"/>
                <a:ea typeface="맑은 고딕"/>
                <a:cs typeface="맑은 고딕"/>
              </a:rPr>
              <a:t>&lt;</a:t>
            </a:r>
            <a:endParaRPr xmlns:mc="http://schemas.openxmlformats.org/markup-compatibility/2006" xmlns:hp="http://schemas.haansoft.com/office/presentation/8.0" kumimoji="0" lang="en-US" altLang="ko-KR" sz="1000" b="1" i="0" u="none" strike="noStrike" kern="1200" cap="none" spc="0" normalizeH="0" baseline="0" mc:Ignorable="hp" hp:hslEmbossed="0">
              <a:solidFill>
                <a:schemeClr val="tx1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38" name=""/>
          <p:cNvSpPr/>
          <p:nvPr/>
        </p:nvSpPr>
        <p:spPr>
          <a:xfrm>
            <a:off x="7626566" y="2983230"/>
            <a:ext cx="195719" cy="220353"/>
          </a:xfrm>
          <a:prstGeom prst="rect">
            <a:avLst/>
          </a:prstGeom>
          <a:noFill/>
          <a:ln w="9525" cap="flat" cmpd="sng" algn="ctr">
            <a:solidFill>
              <a:srgbClr val="4a7ebb">
                <a:alpha val="100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/>
          <a:p>
            <a:pPr marL="0" indent="0" algn="ctr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1000" b="1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&gt;</a:t>
            </a:r>
            <a:endParaRPr xmlns:mc="http://schemas.openxmlformats.org/markup-compatibility/2006" xmlns:hp="http://schemas.haansoft.com/office/presentation/8.0" kumimoji="0" lang="en-US" altLang="ko-KR" sz="1000" b="1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39" name=""/>
          <p:cNvSpPr/>
          <p:nvPr/>
        </p:nvSpPr>
        <p:spPr>
          <a:xfrm>
            <a:off x="6932676" y="3440430"/>
            <a:ext cx="889610" cy="220353"/>
          </a:xfrm>
          <a:prstGeom prst="rect">
            <a:avLst/>
          </a:prstGeom>
          <a:noFill/>
          <a:ln w="9525" cap="flat" cmpd="sng" algn="ctr">
            <a:solidFill>
              <a:srgbClr val="4a7ebb">
                <a:alpha val="100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/>
          <a:p>
            <a:pPr marL="0" indent="0" algn="ctr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10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567,800</a:t>
            </a:r>
            <a:endParaRPr xmlns:mc="http://schemas.openxmlformats.org/markup-compatibility/2006" xmlns:hp="http://schemas.haansoft.com/office/presentation/8.0" kumimoji="0" lang="en-US" altLang="ko-KR" sz="10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40" name="Rounded Rectangle 4"/>
          <p:cNvSpPr/>
          <p:nvPr/>
        </p:nvSpPr>
        <p:spPr>
          <a:xfrm>
            <a:off x="9384983" y="4117984"/>
            <a:ext cx="1765056" cy="545456"/>
          </a:xfrm>
          <a:prstGeom prst="roundRect">
            <a:avLst>
              <a:gd name="adj" fmla="val 16667"/>
            </a:avLst>
          </a:prstGeom>
          <a:solidFill>
            <a:srgbClr val="87cefa">
              <a:alpha val="100000"/>
            </a:srgbClr>
          </a:solidFill>
          <a:ln w="9525" cap="flat" cmpd="sng" algn="ctr">
            <a:solidFill>
              <a:srgbClr val="4a7ebb">
                <a:alpha val="100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4510"/>
              </a:srgbClr>
            </a:outerShdw>
          </a:effectLst>
        </p:spPr>
        <p:txBody>
          <a:bodyPr anchor="ctr"/>
          <a:p>
            <a:pPr marL="0" indent="0" algn="ctr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 sz="1400" b="1"/>
            </a:pPr>
            <a:r>
              <a:rPr xmlns:mc="http://schemas.openxmlformats.org/markup-compatibility/2006" xmlns:hp="http://schemas.haansoft.com/office/presentation/8.0" kumimoji="0" lang="ko-KR" altLang="en-US" sz="2300" b="1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결제 하기</a:t>
            </a:r>
            <a:endParaRPr xmlns:mc="http://schemas.openxmlformats.org/markup-compatibility/2006" xmlns:hp="http://schemas.haansoft.com/office/presentation/8.0" kumimoji="0" lang="ko-KR" altLang="en-US" sz="2300" b="1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41" name="Rounded Rectangle 4"/>
          <p:cNvSpPr/>
          <p:nvPr/>
        </p:nvSpPr>
        <p:spPr>
          <a:xfrm>
            <a:off x="6653680" y="4117984"/>
            <a:ext cx="1765056" cy="545456"/>
          </a:xfrm>
          <a:prstGeom prst="roundRect">
            <a:avLst>
              <a:gd name="adj" fmla="val 16667"/>
            </a:avLst>
          </a:prstGeom>
          <a:solidFill>
            <a:srgbClr val="ffd700">
              <a:alpha val="100000"/>
            </a:srgbClr>
          </a:solidFill>
          <a:ln w="9525" cap="flat" cmpd="sng" algn="ctr">
            <a:solidFill>
              <a:srgbClr val="4a7ebb">
                <a:alpha val="100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4510"/>
              </a:srgbClr>
            </a:outerShdw>
          </a:effectLst>
        </p:spPr>
        <p:txBody>
          <a:bodyPr anchor="ctr"/>
          <a:p>
            <a:pPr marL="0" indent="0" algn="ctr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 sz="1400" b="1"/>
            </a:pPr>
            <a:r>
              <a:rPr xmlns:mc="http://schemas.openxmlformats.org/markup-compatibility/2006" xmlns:hp="http://schemas.haansoft.com/office/presentation/8.0" kumimoji="0" lang="ko-KR" altLang="en-US" sz="2300" b="1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담기</a:t>
            </a:r>
            <a:endParaRPr xmlns:mc="http://schemas.openxmlformats.org/markup-compatibility/2006" xmlns:hp="http://schemas.haansoft.com/office/presentation/8.0" kumimoji="0" lang="ko-KR" altLang="en-US" sz="2300" b="1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42" name=""/>
          <p:cNvSpPr/>
          <p:nvPr/>
        </p:nvSpPr>
        <p:spPr>
          <a:xfrm>
            <a:off x="10276514" y="5976742"/>
            <a:ext cx="1912437" cy="881258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</p:spPr>
        <p:txBody>
          <a:bodyPr/>
          <a:p>
            <a:pPr marL="0" indent="0" algn="ctr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카테고리</a:t>
            </a:r>
            <a:endPara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  <a:p>
            <a:pPr marL="0" indent="0" algn="ctr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상품페이지</a:t>
            </a:r>
            <a:endPara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54358019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theme/theme1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/>
      <a:lstStyle/>
    </a:txDef>
  </a:objectDefaul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/>
  <ep:Words>1766</ep:Words>
  <ep:PresentationFormat>On-screen Show (4:3)</ep:PresentationFormat>
  <ep:Paragraphs>708</ep:Paragraphs>
  <ep:Slides>26</ep:Slides>
  <ep:Notes>0</ep:Notes>
  <ep:TotalTime>0</ep:TotalTime>
  <ep:HiddenSlides>0</ep:HiddenSlides>
  <ep:MMClips>0</ep:MMClips>
  <ep: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26</vt:i4>
      </vt:variant>
    </vt:vector>
  </ep:HeadingPairs>
  <ep:TitlesOfParts>
    <vt:vector size="27" baseType="lpstr">
      <vt:lpstr>Office Theme</vt:lpstr>
      <vt:lpstr>PC 부품 판매 사이트</vt:lpstr>
      <vt:lpstr>슬라이드 2</vt:lpstr>
      <vt:lpstr>슬라이드 3</vt:lpstr>
      <vt:lpstr>슬라이드 4</vt:lpstr>
      <vt:lpstr>슬라이드 5</vt:lpstr>
      <vt:lpstr>슬라이드 6</vt:lpstr>
      <vt:lpstr>슬라이드 7</vt:lpstr>
      <vt:lpstr>슬라이드 8</vt:lpstr>
      <vt:lpstr>슬라이드 9</vt:lpstr>
      <vt:lpstr>슬라이드 10</vt:lpstr>
      <vt:lpstr>슬라이드 11</vt:lpstr>
      <vt:lpstr>슬라이드 12</vt:lpstr>
      <vt:lpstr>슬라이드 13</vt:lpstr>
      <vt:lpstr>슬라이드 14</vt:lpstr>
      <vt:lpstr>슬라이드 15</vt:lpstr>
      <vt:lpstr>슬라이드 16</vt:lpstr>
      <vt:lpstr>슬라이드 17</vt:lpstr>
      <vt:lpstr>슬라이드 18</vt:lpstr>
      <vt:lpstr>슬라이드 19</vt:lpstr>
      <vt:lpstr>슬라이드 20</vt:lpstr>
      <vt:lpstr>슬라이드 21</vt:lpstr>
      <vt:lpstr>슬라이드 22</vt:lpstr>
      <vt:lpstr>슬라이드 23</vt:lpstr>
      <vt:lpstr>슬라이드 24</vt:lpstr>
      <vt:lpstr>슬라이드 25</vt:lpstr>
      <vt:lpstr>슬라이드 26</vt:lpstr>
    </vt:vector>
  </ep:TitlesOfParts>
  <ep:HyperlinkBase/>
  <ep:Application>Show</ep:Application>
  <ep:AppVersion>12.0000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2013-01-27T09:14:16.000</dcterms:created>
  <dc:description>generated using python-pptx</dc:description>
  <cp:lastModifiedBy>sjhjk</cp:lastModifiedBy>
  <dcterms:modified xsi:type="dcterms:W3CDTF">2025-04-24T10:35:48.248</dcterms:modified>
  <cp:revision>96</cp:revision>
  <cp:version/>
</cp:coreProperties>
</file>

<file path=docProps/custom.xml><?xml version="1.0" encoding="utf-8"?>
<cfp:Properties xmlns:r="http://schemas.openxmlformats.org/officeDocument/2006/relationships" xmlns:cfp="http://schemas.openxmlformats.org/officeDocument/2006/custom-properties" xmlns:vt="http://schemas.openxmlformats.org/officeDocument/2006/docPropsVTypes"/>
</file>